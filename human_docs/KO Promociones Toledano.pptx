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70" r:id="rId3"/>
    <p:sldId id="274" r:id="rId4"/>
    <p:sldId id="271" r:id="rId5"/>
    <p:sldId id="272" r:id="rId6"/>
  </p:sldIdLst>
  <p:sldSz cx="18288000" cy="10287000"/>
  <p:notesSz cx="6858000" cy="9144000"/>
  <p:embeddedFontLst>
    <p:embeddedFont>
      <p:font typeface="Montserrat Classic" panose="020B0604020202020204" charset="0"/>
      <p:regular r:id="rId7"/>
    </p:embeddedFont>
    <p:embeddedFont>
      <p:font typeface="Montserrat Classic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6230F-01FC-48A0-BF8D-1F3FB688D131}" v="69" dt="2026-02-03T22:03:54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-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6CB1E8-43F8-4EFE-B9FD-1BFE77BE5C02}" type="doc">
      <dgm:prSet loTypeId="urn:microsoft.com/office/officeart/2005/8/layout/hProcess4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GT"/>
        </a:p>
      </dgm:t>
    </dgm:pt>
    <dgm:pt modelId="{E5766694-55BB-4602-81CA-00F18E95E5DF}">
      <dgm:prSet phldrT="[Texto]"/>
      <dgm:spPr/>
      <dgm:t>
        <a:bodyPr/>
        <a:lstStyle/>
        <a:p>
          <a:r>
            <a:rPr lang="es-PA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Descuento Directo</a:t>
          </a:r>
          <a:endParaRPr lang="es-GT" dirty="0"/>
        </a:p>
      </dgm:t>
    </dgm:pt>
    <dgm:pt modelId="{0EC143A5-962E-443B-A26E-F340CF92D426}" type="parTrans" cxnId="{307A7975-EDFC-4314-9668-71855F3E5866}">
      <dgm:prSet/>
      <dgm:spPr/>
      <dgm:t>
        <a:bodyPr/>
        <a:lstStyle/>
        <a:p>
          <a:endParaRPr lang="es-GT"/>
        </a:p>
      </dgm:t>
    </dgm:pt>
    <dgm:pt modelId="{42B7D6DE-9063-4333-B472-0761A584BCA0}" type="sibTrans" cxnId="{307A7975-EDFC-4314-9668-71855F3E5866}">
      <dgm:prSet/>
      <dgm:spPr/>
      <dgm:t>
        <a:bodyPr/>
        <a:lstStyle/>
        <a:p>
          <a:endParaRPr lang="es-GT"/>
        </a:p>
      </dgm:t>
    </dgm:pt>
    <dgm:pt modelId="{5E775336-B907-4B20-9A7A-A4DD970702C3}">
      <dgm:prSet phldrT="[Texto]"/>
      <dgm:spPr/>
      <dgm:t>
        <a:bodyPr/>
        <a:lstStyle/>
        <a:p>
          <a:pPr>
            <a:buSzPct val="100000"/>
            <a:buFont typeface="Arial" panose="020B0604020202020204" pitchFamily="34" charset="0"/>
            <a:buNone/>
          </a:pPr>
          <a:r>
            <a:rPr lang="es-PA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   Porcentaje de descuento al comprar una cantidad X</a:t>
          </a:r>
          <a:endParaRPr lang="es-GT" dirty="0"/>
        </a:p>
      </dgm:t>
    </dgm:pt>
    <dgm:pt modelId="{661CD2DC-74DE-429A-B21C-FEC960243F50}" type="parTrans" cxnId="{64C13176-5269-4476-B2BB-AE8AA23AE7BF}">
      <dgm:prSet/>
      <dgm:spPr/>
      <dgm:t>
        <a:bodyPr/>
        <a:lstStyle/>
        <a:p>
          <a:endParaRPr lang="es-GT"/>
        </a:p>
      </dgm:t>
    </dgm:pt>
    <dgm:pt modelId="{97E0F4FC-4C8A-4E4B-90D7-9F9CB8ADE292}" type="sibTrans" cxnId="{64C13176-5269-4476-B2BB-AE8AA23AE7BF}">
      <dgm:prSet/>
      <dgm:spPr/>
      <dgm:t>
        <a:bodyPr/>
        <a:lstStyle/>
        <a:p>
          <a:endParaRPr lang="es-GT"/>
        </a:p>
      </dgm:t>
    </dgm:pt>
    <dgm:pt modelId="{7D5D459F-AC3C-4BA5-8132-9BB36B1A23C7}">
      <dgm:prSet phldrT="[Texto]"/>
      <dgm:spPr/>
      <dgm:t>
        <a:bodyPr/>
        <a:lstStyle/>
        <a:p>
          <a:r>
            <a:rPr lang="es-PA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Descuento Escalonado</a:t>
          </a:r>
          <a:endParaRPr lang="es-GT" dirty="0"/>
        </a:p>
      </dgm:t>
    </dgm:pt>
    <dgm:pt modelId="{4D5CB810-8927-4BE3-A987-371E87F1F636}" type="parTrans" cxnId="{2ED83A7F-1F23-4C01-8CCC-D698170B4CE0}">
      <dgm:prSet/>
      <dgm:spPr/>
      <dgm:t>
        <a:bodyPr/>
        <a:lstStyle/>
        <a:p>
          <a:endParaRPr lang="es-GT"/>
        </a:p>
      </dgm:t>
    </dgm:pt>
    <dgm:pt modelId="{E59E88D2-4BDC-4211-B0DE-29D602E30490}" type="sibTrans" cxnId="{2ED83A7F-1F23-4C01-8CCC-D698170B4CE0}">
      <dgm:prSet/>
      <dgm:spPr/>
      <dgm:t>
        <a:bodyPr/>
        <a:lstStyle/>
        <a:p>
          <a:endParaRPr lang="es-GT"/>
        </a:p>
      </dgm:t>
    </dgm:pt>
    <dgm:pt modelId="{52539535-9889-4938-8E8D-6DCDAB1210BC}">
      <dgm:prSet phldrT="[Texto]"/>
      <dgm:spPr/>
      <dgm:t>
        <a:bodyPr/>
        <a:lstStyle/>
        <a:p>
          <a:pPr>
            <a:buSzPct val="100000"/>
            <a:buFont typeface="Arial" panose="020B0604020202020204" pitchFamily="34" charset="0"/>
            <a:buNone/>
          </a:pPr>
          <a:r>
            <a:rPr lang="es-PA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   Diferentes porcentajes basados en rangos por SKU.</a:t>
          </a:r>
          <a:endParaRPr lang="es-GT" dirty="0"/>
        </a:p>
      </dgm:t>
    </dgm:pt>
    <dgm:pt modelId="{B4FF8FF3-F942-4807-A11E-BD75983D1E5F}" type="parTrans" cxnId="{D0E30A02-AF23-429A-AFD0-E240B7DD68BA}">
      <dgm:prSet/>
      <dgm:spPr/>
      <dgm:t>
        <a:bodyPr/>
        <a:lstStyle/>
        <a:p>
          <a:endParaRPr lang="es-GT"/>
        </a:p>
      </dgm:t>
    </dgm:pt>
    <dgm:pt modelId="{55E7A478-6B38-42BB-B488-E6A328C12B5B}" type="sibTrans" cxnId="{D0E30A02-AF23-429A-AFD0-E240B7DD68BA}">
      <dgm:prSet/>
      <dgm:spPr/>
      <dgm:t>
        <a:bodyPr/>
        <a:lstStyle/>
        <a:p>
          <a:endParaRPr lang="es-GT"/>
        </a:p>
      </dgm:t>
    </dgm:pt>
    <dgm:pt modelId="{A5ABBC94-5571-4C39-ABA9-E8AD7C9CC644}">
      <dgm:prSet phldrT="[Texto]"/>
      <dgm:spPr/>
      <dgm:t>
        <a:bodyPr/>
        <a:lstStyle/>
        <a:p>
          <a:r>
            <a:rPr lang="es-PA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Combo Combinado (% descuento)</a:t>
          </a:r>
          <a:endParaRPr lang="es-GT" dirty="0"/>
        </a:p>
      </dgm:t>
    </dgm:pt>
    <dgm:pt modelId="{84391E0C-4C83-487A-84F8-A2B092BAD211}" type="parTrans" cxnId="{D4A86575-D274-46FE-8219-B4407111E947}">
      <dgm:prSet/>
      <dgm:spPr/>
      <dgm:t>
        <a:bodyPr/>
        <a:lstStyle/>
        <a:p>
          <a:endParaRPr lang="es-GT"/>
        </a:p>
      </dgm:t>
    </dgm:pt>
    <dgm:pt modelId="{B89A675C-F68F-4EF3-9FA2-48AA9CC4C10B}" type="sibTrans" cxnId="{D4A86575-D274-46FE-8219-B4407111E947}">
      <dgm:prSet/>
      <dgm:spPr/>
      <dgm:t>
        <a:bodyPr/>
        <a:lstStyle/>
        <a:p>
          <a:endParaRPr lang="es-GT"/>
        </a:p>
      </dgm:t>
    </dgm:pt>
    <dgm:pt modelId="{C5496034-C3A2-47A4-AC43-7C6D32B2F9F4}">
      <dgm:prSet phldrT="[Texto]"/>
      <dgm:spPr/>
      <dgm:t>
        <a:bodyPr/>
        <a:lstStyle/>
        <a:p>
          <a:pPr>
            <a:buSzPct val="100000"/>
            <a:buFont typeface="Arial" panose="020B0604020202020204" pitchFamily="34" charset="0"/>
            <a:buNone/>
          </a:pPr>
          <a:r>
            <a:rPr lang="es-PA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    Por compra de 2 o más productos dentro de una agrupación, se otorga un porcentaje de descuento.</a:t>
          </a:r>
          <a:endParaRPr lang="es-GT" dirty="0"/>
        </a:p>
      </dgm:t>
    </dgm:pt>
    <dgm:pt modelId="{FF2A05A0-5402-4951-B454-77F39F195933}" type="parTrans" cxnId="{D849C9ED-7D6D-4E9F-B7F9-ECD36B6BC7F5}">
      <dgm:prSet/>
      <dgm:spPr/>
      <dgm:t>
        <a:bodyPr/>
        <a:lstStyle/>
        <a:p>
          <a:endParaRPr lang="es-GT"/>
        </a:p>
      </dgm:t>
    </dgm:pt>
    <dgm:pt modelId="{A1463882-BA7C-4720-B2BD-04EFF2C31269}" type="sibTrans" cxnId="{D849C9ED-7D6D-4E9F-B7F9-ECD36B6BC7F5}">
      <dgm:prSet/>
      <dgm:spPr/>
      <dgm:t>
        <a:bodyPr/>
        <a:lstStyle/>
        <a:p>
          <a:endParaRPr lang="es-GT"/>
        </a:p>
      </dgm:t>
    </dgm:pt>
    <dgm:pt modelId="{A257F340-37A9-41DF-907D-81E5CF7F9A7B}" type="pres">
      <dgm:prSet presAssocID="{926CB1E8-43F8-4EFE-B9FD-1BFE77BE5C02}" presName="Name0" presStyleCnt="0">
        <dgm:presLayoutVars>
          <dgm:dir/>
          <dgm:animLvl val="lvl"/>
          <dgm:resizeHandles val="exact"/>
        </dgm:presLayoutVars>
      </dgm:prSet>
      <dgm:spPr/>
    </dgm:pt>
    <dgm:pt modelId="{DA39C995-1505-4B0F-9748-6517E32C488F}" type="pres">
      <dgm:prSet presAssocID="{926CB1E8-43F8-4EFE-B9FD-1BFE77BE5C02}" presName="tSp" presStyleCnt="0"/>
      <dgm:spPr/>
    </dgm:pt>
    <dgm:pt modelId="{7011B291-013E-4955-9D70-C5AE16743168}" type="pres">
      <dgm:prSet presAssocID="{926CB1E8-43F8-4EFE-B9FD-1BFE77BE5C02}" presName="bSp" presStyleCnt="0"/>
      <dgm:spPr/>
    </dgm:pt>
    <dgm:pt modelId="{C131F6D5-06CD-4BCC-A587-487FF2AE1F23}" type="pres">
      <dgm:prSet presAssocID="{926CB1E8-43F8-4EFE-B9FD-1BFE77BE5C02}" presName="process" presStyleCnt="0"/>
      <dgm:spPr/>
    </dgm:pt>
    <dgm:pt modelId="{E2DD737D-9E2F-47E0-9A55-82DC81BD23B8}" type="pres">
      <dgm:prSet presAssocID="{E5766694-55BB-4602-81CA-00F18E95E5DF}" presName="composite1" presStyleCnt="0"/>
      <dgm:spPr/>
    </dgm:pt>
    <dgm:pt modelId="{AB7C0186-FA13-4E98-A104-5E07B44F754D}" type="pres">
      <dgm:prSet presAssocID="{E5766694-55BB-4602-81CA-00F18E95E5DF}" presName="dummyNode1" presStyleLbl="node1" presStyleIdx="0" presStyleCnt="3"/>
      <dgm:spPr/>
    </dgm:pt>
    <dgm:pt modelId="{DB32FA78-5D4F-47FA-B61E-E5FA72FED772}" type="pres">
      <dgm:prSet presAssocID="{E5766694-55BB-4602-81CA-00F18E95E5DF}" presName="childNode1" presStyleLbl="bgAcc1" presStyleIdx="0" presStyleCnt="3">
        <dgm:presLayoutVars>
          <dgm:bulletEnabled val="1"/>
        </dgm:presLayoutVars>
      </dgm:prSet>
      <dgm:spPr/>
    </dgm:pt>
    <dgm:pt modelId="{8DC26F4E-CCFA-4E1D-915F-6CF1CC7FBA41}" type="pres">
      <dgm:prSet presAssocID="{E5766694-55BB-4602-81CA-00F18E95E5DF}" presName="childNode1tx" presStyleLbl="bgAcc1" presStyleIdx="0" presStyleCnt="3">
        <dgm:presLayoutVars>
          <dgm:bulletEnabled val="1"/>
        </dgm:presLayoutVars>
      </dgm:prSet>
      <dgm:spPr/>
    </dgm:pt>
    <dgm:pt modelId="{F94AE852-83CA-4B7F-B432-2D31E2B029B4}" type="pres">
      <dgm:prSet presAssocID="{E5766694-55BB-4602-81CA-00F18E95E5DF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358D205C-35A5-4A2F-8CC4-72A41FD7B444}" type="pres">
      <dgm:prSet presAssocID="{E5766694-55BB-4602-81CA-00F18E95E5DF}" presName="connSite1" presStyleCnt="0"/>
      <dgm:spPr/>
    </dgm:pt>
    <dgm:pt modelId="{3FCF9DDF-6132-4A5F-9DBD-8F341ADF40DE}" type="pres">
      <dgm:prSet presAssocID="{42B7D6DE-9063-4333-B472-0761A584BCA0}" presName="Name9" presStyleLbl="sibTrans2D1" presStyleIdx="0" presStyleCnt="2"/>
      <dgm:spPr/>
    </dgm:pt>
    <dgm:pt modelId="{986B6E2D-5751-4CFA-AE46-7EFB6C2B6B5E}" type="pres">
      <dgm:prSet presAssocID="{7D5D459F-AC3C-4BA5-8132-9BB36B1A23C7}" presName="composite2" presStyleCnt="0"/>
      <dgm:spPr/>
    </dgm:pt>
    <dgm:pt modelId="{17337AE3-6EA8-4BE2-BCB1-CF726A9F418C}" type="pres">
      <dgm:prSet presAssocID="{7D5D459F-AC3C-4BA5-8132-9BB36B1A23C7}" presName="dummyNode2" presStyleLbl="node1" presStyleIdx="0" presStyleCnt="3"/>
      <dgm:spPr/>
    </dgm:pt>
    <dgm:pt modelId="{27CB9EB0-F5C7-447F-A81B-9E90B450F887}" type="pres">
      <dgm:prSet presAssocID="{7D5D459F-AC3C-4BA5-8132-9BB36B1A23C7}" presName="childNode2" presStyleLbl="bgAcc1" presStyleIdx="1" presStyleCnt="3">
        <dgm:presLayoutVars>
          <dgm:bulletEnabled val="1"/>
        </dgm:presLayoutVars>
      </dgm:prSet>
      <dgm:spPr/>
    </dgm:pt>
    <dgm:pt modelId="{F73A9109-4E79-4314-A61F-74DF6F322114}" type="pres">
      <dgm:prSet presAssocID="{7D5D459F-AC3C-4BA5-8132-9BB36B1A23C7}" presName="childNode2tx" presStyleLbl="bgAcc1" presStyleIdx="1" presStyleCnt="3">
        <dgm:presLayoutVars>
          <dgm:bulletEnabled val="1"/>
        </dgm:presLayoutVars>
      </dgm:prSet>
      <dgm:spPr/>
    </dgm:pt>
    <dgm:pt modelId="{9FF36AB9-A3D3-44B5-8584-CE3D698512A7}" type="pres">
      <dgm:prSet presAssocID="{7D5D459F-AC3C-4BA5-8132-9BB36B1A23C7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DA7899D2-EBF6-4CD0-B6FC-347A397D325D}" type="pres">
      <dgm:prSet presAssocID="{7D5D459F-AC3C-4BA5-8132-9BB36B1A23C7}" presName="connSite2" presStyleCnt="0"/>
      <dgm:spPr/>
    </dgm:pt>
    <dgm:pt modelId="{95668892-90A1-44DE-9310-BCA5288D850C}" type="pres">
      <dgm:prSet presAssocID="{E59E88D2-4BDC-4211-B0DE-29D602E30490}" presName="Name18" presStyleLbl="sibTrans2D1" presStyleIdx="1" presStyleCnt="2"/>
      <dgm:spPr/>
    </dgm:pt>
    <dgm:pt modelId="{F1057651-6063-4552-97E5-64136DD48420}" type="pres">
      <dgm:prSet presAssocID="{A5ABBC94-5571-4C39-ABA9-E8AD7C9CC644}" presName="composite1" presStyleCnt="0"/>
      <dgm:spPr/>
    </dgm:pt>
    <dgm:pt modelId="{B713CBCF-3DCD-410E-A336-90F0D3DC371E}" type="pres">
      <dgm:prSet presAssocID="{A5ABBC94-5571-4C39-ABA9-E8AD7C9CC644}" presName="dummyNode1" presStyleLbl="node1" presStyleIdx="1" presStyleCnt="3"/>
      <dgm:spPr/>
    </dgm:pt>
    <dgm:pt modelId="{306F34A8-0C41-4D23-B8EF-DA5B6D6F54F1}" type="pres">
      <dgm:prSet presAssocID="{A5ABBC94-5571-4C39-ABA9-E8AD7C9CC644}" presName="childNode1" presStyleLbl="bgAcc1" presStyleIdx="2" presStyleCnt="3">
        <dgm:presLayoutVars>
          <dgm:bulletEnabled val="1"/>
        </dgm:presLayoutVars>
      </dgm:prSet>
      <dgm:spPr/>
    </dgm:pt>
    <dgm:pt modelId="{FF00AEF5-B422-4E2D-8BB8-C1B8994CC4FC}" type="pres">
      <dgm:prSet presAssocID="{A5ABBC94-5571-4C39-ABA9-E8AD7C9CC644}" presName="childNode1tx" presStyleLbl="bgAcc1" presStyleIdx="2" presStyleCnt="3">
        <dgm:presLayoutVars>
          <dgm:bulletEnabled val="1"/>
        </dgm:presLayoutVars>
      </dgm:prSet>
      <dgm:spPr/>
    </dgm:pt>
    <dgm:pt modelId="{3C383562-F2FC-4606-AA26-CD5475C60296}" type="pres">
      <dgm:prSet presAssocID="{A5ABBC94-5571-4C39-ABA9-E8AD7C9CC644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A61F364A-2C55-4A1D-86D4-9FA1F30EE448}" type="pres">
      <dgm:prSet presAssocID="{A5ABBC94-5571-4C39-ABA9-E8AD7C9CC644}" presName="connSite1" presStyleCnt="0"/>
      <dgm:spPr/>
    </dgm:pt>
  </dgm:ptLst>
  <dgm:cxnLst>
    <dgm:cxn modelId="{D0E30A02-AF23-429A-AFD0-E240B7DD68BA}" srcId="{7D5D459F-AC3C-4BA5-8132-9BB36B1A23C7}" destId="{52539535-9889-4938-8E8D-6DCDAB1210BC}" srcOrd="0" destOrd="0" parTransId="{B4FF8FF3-F942-4807-A11E-BD75983D1E5F}" sibTransId="{55E7A478-6B38-42BB-B488-E6A328C12B5B}"/>
    <dgm:cxn modelId="{B2233203-E1AB-4E12-B951-C6599ABDDF5F}" type="presOf" srcId="{42B7D6DE-9063-4333-B472-0761A584BCA0}" destId="{3FCF9DDF-6132-4A5F-9DBD-8F341ADF40DE}" srcOrd="0" destOrd="0" presId="urn:microsoft.com/office/officeart/2005/8/layout/hProcess4"/>
    <dgm:cxn modelId="{C5B18531-3D3F-41F4-AC3B-F761D7F64902}" type="presOf" srcId="{C5496034-C3A2-47A4-AC43-7C6D32B2F9F4}" destId="{FF00AEF5-B422-4E2D-8BB8-C1B8994CC4FC}" srcOrd="1" destOrd="0" presId="urn:microsoft.com/office/officeart/2005/8/layout/hProcess4"/>
    <dgm:cxn modelId="{1487935E-A2D9-4032-A273-F65A50BA23F5}" type="presOf" srcId="{C5496034-C3A2-47A4-AC43-7C6D32B2F9F4}" destId="{306F34A8-0C41-4D23-B8EF-DA5B6D6F54F1}" srcOrd="0" destOrd="0" presId="urn:microsoft.com/office/officeart/2005/8/layout/hProcess4"/>
    <dgm:cxn modelId="{F6412661-A7A1-4DEF-B1A9-A4F186F72B7F}" type="presOf" srcId="{5E775336-B907-4B20-9A7A-A4DD970702C3}" destId="{8DC26F4E-CCFA-4E1D-915F-6CF1CC7FBA41}" srcOrd="1" destOrd="0" presId="urn:microsoft.com/office/officeart/2005/8/layout/hProcess4"/>
    <dgm:cxn modelId="{56B1096A-DAD8-4F07-B3F9-70D68255E649}" type="presOf" srcId="{52539535-9889-4938-8E8D-6DCDAB1210BC}" destId="{27CB9EB0-F5C7-447F-A81B-9E90B450F887}" srcOrd="0" destOrd="0" presId="urn:microsoft.com/office/officeart/2005/8/layout/hProcess4"/>
    <dgm:cxn modelId="{D4A86575-D274-46FE-8219-B4407111E947}" srcId="{926CB1E8-43F8-4EFE-B9FD-1BFE77BE5C02}" destId="{A5ABBC94-5571-4C39-ABA9-E8AD7C9CC644}" srcOrd="2" destOrd="0" parTransId="{84391E0C-4C83-487A-84F8-A2B092BAD211}" sibTransId="{B89A675C-F68F-4EF3-9FA2-48AA9CC4C10B}"/>
    <dgm:cxn modelId="{307A7975-EDFC-4314-9668-71855F3E5866}" srcId="{926CB1E8-43F8-4EFE-B9FD-1BFE77BE5C02}" destId="{E5766694-55BB-4602-81CA-00F18E95E5DF}" srcOrd="0" destOrd="0" parTransId="{0EC143A5-962E-443B-A26E-F340CF92D426}" sibTransId="{42B7D6DE-9063-4333-B472-0761A584BCA0}"/>
    <dgm:cxn modelId="{64C13176-5269-4476-B2BB-AE8AA23AE7BF}" srcId="{E5766694-55BB-4602-81CA-00F18E95E5DF}" destId="{5E775336-B907-4B20-9A7A-A4DD970702C3}" srcOrd="0" destOrd="0" parTransId="{661CD2DC-74DE-429A-B21C-FEC960243F50}" sibTransId="{97E0F4FC-4C8A-4E4B-90D7-9F9CB8ADE292}"/>
    <dgm:cxn modelId="{2ED83A7F-1F23-4C01-8CCC-D698170B4CE0}" srcId="{926CB1E8-43F8-4EFE-B9FD-1BFE77BE5C02}" destId="{7D5D459F-AC3C-4BA5-8132-9BB36B1A23C7}" srcOrd="1" destOrd="0" parTransId="{4D5CB810-8927-4BE3-A987-371E87F1F636}" sibTransId="{E59E88D2-4BDC-4211-B0DE-29D602E30490}"/>
    <dgm:cxn modelId="{F347708F-80CA-43B9-9E93-D9CAAC77F1B1}" type="presOf" srcId="{926CB1E8-43F8-4EFE-B9FD-1BFE77BE5C02}" destId="{A257F340-37A9-41DF-907D-81E5CF7F9A7B}" srcOrd="0" destOrd="0" presId="urn:microsoft.com/office/officeart/2005/8/layout/hProcess4"/>
    <dgm:cxn modelId="{DC8E4096-D865-4737-AEBD-5487E1432D3B}" type="presOf" srcId="{E59E88D2-4BDC-4211-B0DE-29D602E30490}" destId="{95668892-90A1-44DE-9310-BCA5288D850C}" srcOrd="0" destOrd="0" presId="urn:microsoft.com/office/officeart/2005/8/layout/hProcess4"/>
    <dgm:cxn modelId="{11C1CFC2-1015-4BFF-8CE8-00F9B74B15BE}" type="presOf" srcId="{5E775336-B907-4B20-9A7A-A4DD970702C3}" destId="{DB32FA78-5D4F-47FA-B61E-E5FA72FED772}" srcOrd="0" destOrd="0" presId="urn:microsoft.com/office/officeart/2005/8/layout/hProcess4"/>
    <dgm:cxn modelId="{C794F8CB-E035-4EBF-BA77-278EECABFD93}" type="presOf" srcId="{A5ABBC94-5571-4C39-ABA9-E8AD7C9CC644}" destId="{3C383562-F2FC-4606-AA26-CD5475C60296}" srcOrd="0" destOrd="0" presId="urn:microsoft.com/office/officeart/2005/8/layout/hProcess4"/>
    <dgm:cxn modelId="{7C292AD9-D009-4553-8BF7-733EC85B6E91}" type="presOf" srcId="{7D5D459F-AC3C-4BA5-8132-9BB36B1A23C7}" destId="{9FF36AB9-A3D3-44B5-8584-CE3D698512A7}" srcOrd="0" destOrd="0" presId="urn:microsoft.com/office/officeart/2005/8/layout/hProcess4"/>
    <dgm:cxn modelId="{DF1960E6-2486-44C4-9206-1354C0FCBBDF}" type="presOf" srcId="{52539535-9889-4938-8E8D-6DCDAB1210BC}" destId="{F73A9109-4E79-4314-A61F-74DF6F322114}" srcOrd="1" destOrd="0" presId="urn:microsoft.com/office/officeart/2005/8/layout/hProcess4"/>
    <dgm:cxn modelId="{D849C9ED-7D6D-4E9F-B7F9-ECD36B6BC7F5}" srcId="{A5ABBC94-5571-4C39-ABA9-E8AD7C9CC644}" destId="{C5496034-C3A2-47A4-AC43-7C6D32B2F9F4}" srcOrd="0" destOrd="0" parTransId="{FF2A05A0-5402-4951-B454-77F39F195933}" sibTransId="{A1463882-BA7C-4720-B2BD-04EFF2C31269}"/>
    <dgm:cxn modelId="{6F1232F2-836C-4F19-9D1F-31F588DAD8E7}" type="presOf" srcId="{E5766694-55BB-4602-81CA-00F18E95E5DF}" destId="{F94AE852-83CA-4B7F-B432-2D31E2B029B4}" srcOrd="0" destOrd="0" presId="urn:microsoft.com/office/officeart/2005/8/layout/hProcess4"/>
    <dgm:cxn modelId="{455BEEF3-5F0D-4535-A501-B57C0C8D649F}" type="presParOf" srcId="{A257F340-37A9-41DF-907D-81E5CF7F9A7B}" destId="{DA39C995-1505-4B0F-9748-6517E32C488F}" srcOrd="0" destOrd="0" presId="urn:microsoft.com/office/officeart/2005/8/layout/hProcess4"/>
    <dgm:cxn modelId="{DA17A6DB-E034-46A3-810B-7FA270CB18CF}" type="presParOf" srcId="{A257F340-37A9-41DF-907D-81E5CF7F9A7B}" destId="{7011B291-013E-4955-9D70-C5AE16743168}" srcOrd="1" destOrd="0" presId="urn:microsoft.com/office/officeart/2005/8/layout/hProcess4"/>
    <dgm:cxn modelId="{454A2E3B-E028-45ED-A6CD-8154CF24BA4F}" type="presParOf" srcId="{A257F340-37A9-41DF-907D-81E5CF7F9A7B}" destId="{C131F6D5-06CD-4BCC-A587-487FF2AE1F23}" srcOrd="2" destOrd="0" presId="urn:microsoft.com/office/officeart/2005/8/layout/hProcess4"/>
    <dgm:cxn modelId="{1740881E-5E18-4323-93F8-25BD6DD07910}" type="presParOf" srcId="{C131F6D5-06CD-4BCC-A587-487FF2AE1F23}" destId="{E2DD737D-9E2F-47E0-9A55-82DC81BD23B8}" srcOrd="0" destOrd="0" presId="urn:microsoft.com/office/officeart/2005/8/layout/hProcess4"/>
    <dgm:cxn modelId="{B4E4D901-157F-4FA9-8F56-033F435ADDB1}" type="presParOf" srcId="{E2DD737D-9E2F-47E0-9A55-82DC81BD23B8}" destId="{AB7C0186-FA13-4E98-A104-5E07B44F754D}" srcOrd="0" destOrd="0" presId="urn:microsoft.com/office/officeart/2005/8/layout/hProcess4"/>
    <dgm:cxn modelId="{CCFB9DE1-9C10-4B35-81C6-655F9C7F06DB}" type="presParOf" srcId="{E2DD737D-9E2F-47E0-9A55-82DC81BD23B8}" destId="{DB32FA78-5D4F-47FA-B61E-E5FA72FED772}" srcOrd="1" destOrd="0" presId="urn:microsoft.com/office/officeart/2005/8/layout/hProcess4"/>
    <dgm:cxn modelId="{E369F519-43FC-4A2D-B85C-846923758A5C}" type="presParOf" srcId="{E2DD737D-9E2F-47E0-9A55-82DC81BD23B8}" destId="{8DC26F4E-CCFA-4E1D-915F-6CF1CC7FBA41}" srcOrd="2" destOrd="0" presId="urn:microsoft.com/office/officeart/2005/8/layout/hProcess4"/>
    <dgm:cxn modelId="{1E290E67-E795-4D17-925B-FE668C0E2E8C}" type="presParOf" srcId="{E2DD737D-9E2F-47E0-9A55-82DC81BD23B8}" destId="{F94AE852-83CA-4B7F-B432-2D31E2B029B4}" srcOrd="3" destOrd="0" presId="urn:microsoft.com/office/officeart/2005/8/layout/hProcess4"/>
    <dgm:cxn modelId="{AB1070D6-B95F-49CD-9D79-7662DB39032C}" type="presParOf" srcId="{E2DD737D-9E2F-47E0-9A55-82DC81BD23B8}" destId="{358D205C-35A5-4A2F-8CC4-72A41FD7B444}" srcOrd="4" destOrd="0" presId="urn:microsoft.com/office/officeart/2005/8/layout/hProcess4"/>
    <dgm:cxn modelId="{8BB6D6EB-61A5-4C3A-8A85-C31DF4F65451}" type="presParOf" srcId="{C131F6D5-06CD-4BCC-A587-487FF2AE1F23}" destId="{3FCF9DDF-6132-4A5F-9DBD-8F341ADF40DE}" srcOrd="1" destOrd="0" presId="urn:microsoft.com/office/officeart/2005/8/layout/hProcess4"/>
    <dgm:cxn modelId="{E6866E33-3E2A-421E-B8FF-7515734988D5}" type="presParOf" srcId="{C131F6D5-06CD-4BCC-A587-487FF2AE1F23}" destId="{986B6E2D-5751-4CFA-AE46-7EFB6C2B6B5E}" srcOrd="2" destOrd="0" presId="urn:microsoft.com/office/officeart/2005/8/layout/hProcess4"/>
    <dgm:cxn modelId="{A6E61E59-BD8A-4DBF-81A3-F33DB10AC00C}" type="presParOf" srcId="{986B6E2D-5751-4CFA-AE46-7EFB6C2B6B5E}" destId="{17337AE3-6EA8-4BE2-BCB1-CF726A9F418C}" srcOrd="0" destOrd="0" presId="urn:microsoft.com/office/officeart/2005/8/layout/hProcess4"/>
    <dgm:cxn modelId="{9DBE8924-2864-4D43-9400-606D44D6B071}" type="presParOf" srcId="{986B6E2D-5751-4CFA-AE46-7EFB6C2B6B5E}" destId="{27CB9EB0-F5C7-447F-A81B-9E90B450F887}" srcOrd="1" destOrd="0" presId="urn:microsoft.com/office/officeart/2005/8/layout/hProcess4"/>
    <dgm:cxn modelId="{0B1CD97F-BDA6-4DCE-AA6B-1BEA25DCC257}" type="presParOf" srcId="{986B6E2D-5751-4CFA-AE46-7EFB6C2B6B5E}" destId="{F73A9109-4E79-4314-A61F-74DF6F322114}" srcOrd="2" destOrd="0" presId="urn:microsoft.com/office/officeart/2005/8/layout/hProcess4"/>
    <dgm:cxn modelId="{0889BF30-1BAE-4D3B-A141-B950029A484D}" type="presParOf" srcId="{986B6E2D-5751-4CFA-AE46-7EFB6C2B6B5E}" destId="{9FF36AB9-A3D3-44B5-8584-CE3D698512A7}" srcOrd="3" destOrd="0" presId="urn:microsoft.com/office/officeart/2005/8/layout/hProcess4"/>
    <dgm:cxn modelId="{05F34AAD-DD82-456E-BA65-9A33BC4A75A2}" type="presParOf" srcId="{986B6E2D-5751-4CFA-AE46-7EFB6C2B6B5E}" destId="{DA7899D2-EBF6-4CD0-B6FC-347A397D325D}" srcOrd="4" destOrd="0" presId="urn:microsoft.com/office/officeart/2005/8/layout/hProcess4"/>
    <dgm:cxn modelId="{28A18AE9-59D3-4566-8FB4-54F3F49F1CFE}" type="presParOf" srcId="{C131F6D5-06CD-4BCC-A587-487FF2AE1F23}" destId="{95668892-90A1-44DE-9310-BCA5288D850C}" srcOrd="3" destOrd="0" presId="urn:microsoft.com/office/officeart/2005/8/layout/hProcess4"/>
    <dgm:cxn modelId="{5412F464-F196-41CA-AE80-6D91D78A59C1}" type="presParOf" srcId="{C131F6D5-06CD-4BCC-A587-487FF2AE1F23}" destId="{F1057651-6063-4552-97E5-64136DD48420}" srcOrd="4" destOrd="0" presId="urn:microsoft.com/office/officeart/2005/8/layout/hProcess4"/>
    <dgm:cxn modelId="{12140D80-7DE1-480B-BB8E-C34B75B46020}" type="presParOf" srcId="{F1057651-6063-4552-97E5-64136DD48420}" destId="{B713CBCF-3DCD-410E-A336-90F0D3DC371E}" srcOrd="0" destOrd="0" presId="urn:microsoft.com/office/officeart/2005/8/layout/hProcess4"/>
    <dgm:cxn modelId="{64567A69-5485-4794-B407-1900D76E0028}" type="presParOf" srcId="{F1057651-6063-4552-97E5-64136DD48420}" destId="{306F34A8-0C41-4D23-B8EF-DA5B6D6F54F1}" srcOrd="1" destOrd="0" presId="urn:microsoft.com/office/officeart/2005/8/layout/hProcess4"/>
    <dgm:cxn modelId="{DD2D5272-614D-4DED-9674-E4054B27509D}" type="presParOf" srcId="{F1057651-6063-4552-97E5-64136DD48420}" destId="{FF00AEF5-B422-4E2D-8BB8-C1B8994CC4FC}" srcOrd="2" destOrd="0" presId="urn:microsoft.com/office/officeart/2005/8/layout/hProcess4"/>
    <dgm:cxn modelId="{C469CF92-8148-4FE1-A2AB-99EA3291B0D3}" type="presParOf" srcId="{F1057651-6063-4552-97E5-64136DD48420}" destId="{3C383562-F2FC-4606-AA26-CD5475C60296}" srcOrd="3" destOrd="0" presId="urn:microsoft.com/office/officeart/2005/8/layout/hProcess4"/>
    <dgm:cxn modelId="{284C15DB-BA22-4D43-A104-BF702FB30D9F}" type="presParOf" srcId="{F1057651-6063-4552-97E5-64136DD48420}" destId="{A61F364A-2C55-4A1D-86D4-9FA1F30EE448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7D6A61-BF69-48E3-9CBC-CB9322628F32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GT"/>
        </a:p>
      </dgm:t>
    </dgm:pt>
    <dgm:pt modelId="{68CEED6C-A017-4C36-ADAE-69AB8F03DA3E}">
      <dgm:prSet phldrT="[Texto]" phldr="0"/>
      <dgm:spPr/>
      <dgm:t>
        <a:bodyPr/>
        <a:lstStyle/>
        <a:p>
          <a:r>
            <a:rPr lang="es-GT" dirty="0"/>
            <a:t>Análisis</a:t>
          </a:r>
        </a:p>
      </dgm:t>
    </dgm:pt>
    <dgm:pt modelId="{76BC2A25-8D55-4284-B135-9DACAE72BD77}" type="parTrans" cxnId="{2E58174B-6393-49E0-AC0E-4C75CB56E938}">
      <dgm:prSet/>
      <dgm:spPr/>
      <dgm:t>
        <a:bodyPr/>
        <a:lstStyle/>
        <a:p>
          <a:endParaRPr lang="es-GT"/>
        </a:p>
      </dgm:t>
    </dgm:pt>
    <dgm:pt modelId="{6E527B63-B569-4E59-968E-B6965E62A826}" type="sibTrans" cxnId="{2E58174B-6393-49E0-AC0E-4C75CB56E938}">
      <dgm:prSet/>
      <dgm:spPr>
        <a:blipFill>
          <a:blip xmlns:r="http://schemas.openxmlformats.org/officeDocument/2006/relationships" r:embed="rId1"/>
          <a:srcRect/>
          <a:stretch>
            <a:fillRect l="-32000" r="-32000"/>
          </a:stretch>
        </a:blipFill>
      </dgm:spPr>
      <dgm:t>
        <a:bodyPr/>
        <a:lstStyle/>
        <a:p>
          <a:endParaRPr lang="es-GT"/>
        </a:p>
      </dgm:t>
    </dgm:pt>
    <dgm:pt modelId="{1103166F-EF1C-43CD-B9C5-9EBD29BCC8C6}">
      <dgm:prSet phldrT="[Texto]" phldr="0"/>
      <dgm:spPr/>
      <dgm:t>
        <a:bodyPr/>
        <a:lstStyle/>
        <a:p>
          <a:r>
            <a:rPr lang="es-GT" dirty="0"/>
            <a:t>09/02/26</a:t>
          </a:r>
        </a:p>
      </dgm:t>
    </dgm:pt>
    <dgm:pt modelId="{DE72C2F1-E8BC-42F4-93A2-6FC380701E1F}" type="parTrans" cxnId="{642D44D6-577B-4429-8E39-0EF05363775F}">
      <dgm:prSet/>
      <dgm:spPr/>
      <dgm:t>
        <a:bodyPr/>
        <a:lstStyle/>
        <a:p>
          <a:endParaRPr lang="es-GT"/>
        </a:p>
      </dgm:t>
    </dgm:pt>
    <dgm:pt modelId="{3478ABA8-2757-4E23-A19C-C09B1CD4952E}" type="sibTrans" cxnId="{642D44D6-577B-4429-8E39-0EF05363775F}">
      <dgm:prSet/>
      <dgm:spPr/>
      <dgm:t>
        <a:bodyPr/>
        <a:lstStyle/>
        <a:p>
          <a:endParaRPr lang="es-GT"/>
        </a:p>
      </dgm:t>
    </dgm:pt>
    <dgm:pt modelId="{E87F2B78-77D1-459B-A949-1127161A3738}">
      <dgm:prSet phldrT="[Texto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Sesión para definir mapeos entre las tablas de SAP y ROAD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(</a:t>
          </a:r>
          <a:r>
            <a:rPr lang="es-GT" sz="16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DTSolutions</a:t>
          </a:r>
          <a:r>
            <a:rPr lang="es-GT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y </a:t>
          </a:r>
          <a:r>
            <a:rPr lang="es-GT" sz="16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Sofos</a:t>
          </a:r>
          <a:r>
            <a:rPr lang="es-GT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)</a:t>
          </a:r>
        </a:p>
      </dgm:t>
    </dgm:pt>
    <dgm:pt modelId="{5E9BE01B-379A-4C0F-AA77-B92B239B304A}" type="parTrans" cxnId="{54D5FBA3-B9E5-4534-94EE-D687C76F46BA}">
      <dgm:prSet/>
      <dgm:spPr/>
      <dgm:t>
        <a:bodyPr/>
        <a:lstStyle/>
        <a:p>
          <a:endParaRPr lang="es-GT"/>
        </a:p>
      </dgm:t>
    </dgm:pt>
    <dgm:pt modelId="{F679B39C-5EAC-4D0D-8594-8AFDD2BE02A1}" type="sibTrans" cxnId="{54D5FBA3-B9E5-4534-94EE-D687C76F46BA}">
      <dgm:prSet/>
      <dgm:spPr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</dgm:spPr>
      <dgm:t>
        <a:bodyPr/>
        <a:lstStyle/>
        <a:p>
          <a:endParaRPr lang="es-GT"/>
        </a:p>
      </dgm:t>
    </dgm:pt>
    <dgm:pt modelId="{505779DC-2B19-482D-A4A3-85B890F7FED1}">
      <dgm:prSet phldrT="[Texto]" phldr="0"/>
      <dgm:spPr/>
      <dgm:t>
        <a:bodyPr/>
        <a:lstStyle/>
        <a:p>
          <a:r>
            <a:rPr lang="es-GT" dirty="0"/>
            <a:t>16/02/26</a:t>
          </a:r>
        </a:p>
      </dgm:t>
    </dgm:pt>
    <dgm:pt modelId="{E3CD8373-6370-4CF3-B6D3-4571FCFF428E}" type="parTrans" cxnId="{12375761-1F59-4D87-AE60-07CB0FB574A7}">
      <dgm:prSet/>
      <dgm:spPr/>
      <dgm:t>
        <a:bodyPr/>
        <a:lstStyle/>
        <a:p>
          <a:endParaRPr lang="es-GT"/>
        </a:p>
      </dgm:t>
    </dgm:pt>
    <dgm:pt modelId="{671EE6D3-A0D0-487A-BC1E-32B8FA8E5A99}" type="sibTrans" cxnId="{12375761-1F59-4D87-AE60-07CB0FB574A7}">
      <dgm:prSet/>
      <dgm:spPr/>
      <dgm:t>
        <a:bodyPr/>
        <a:lstStyle/>
        <a:p>
          <a:endParaRPr lang="es-GT"/>
        </a:p>
      </dgm:t>
    </dgm:pt>
    <dgm:pt modelId="{D0C1CD1F-2483-4BA2-91CE-09D0BAA147D0}">
      <dgm:prSet phldrT="[Texto]" phldr="0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Inicio de desarrollo </a:t>
          </a:r>
          <a:r>
            <a:rPr lang="es-GT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Webapi</a:t>
          </a:r>
          <a:endParaRPr lang="es-GT" sz="24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65EEC6F8-0B94-45E7-9F2D-C6083D58DE4B}" type="parTrans" cxnId="{BFF78382-4D11-4F47-8FC9-81A7582BE92F}">
      <dgm:prSet/>
      <dgm:spPr/>
      <dgm:t>
        <a:bodyPr/>
        <a:lstStyle/>
        <a:p>
          <a:endParaRPr lang="es-GT"/>
        </a:p>
      </dgm:t>
    </dgm:pt>
    <dgm:pt modelId="{9A68B8FB-A9FC-4FB7-B306-D279D4C62C5F}" type="sibTrans" cxnId="{BFF78382-4D11-4F47-8FC9-81A7582BE92F}">
      <dgm:prSet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  <dgm:t>
        <a:bodyPr/>
        <a:lstStyle/>
        <a:p>
          <a:endParaRPr lang="es-GT"/>
        </a:p>
      </dgm:t>
    </dgm:pt>
    <dgm:pt modelId="{F08505EF-C0F3-472A-88EF-A000F8DB4630}">
      <dgm:prSet phldrT="[Texto]" phldr="0"/>
      <dgm:spPr/>
      <dgm:t>
        <a:bodyPr/>
        <a:lstStyle/>
        <a:p>
          <a:r>
            <a:rPr lang="es-GT" dirty="0"/>
            <a:t>18/02/26</a:t>
          </a:r>
        </a:p>
      </dgm:t>
    </dgm:pt>
    <dgm:pt modelId="{B7B2A8E9-4816-4DE2-87D6-4186953C3728}" type="parTrans" cxnId="{C432382C-B246-4581-82BC-9DD0C7860CE9}">
      <dgm:prSet/>
      <dgm:spPr/>
      <dgm:t>
        <a:bodyPr/>
        <a:lstStyle/>
        <a:p>
          <a:endParaRPr lang="es-GT"/>
        </a:p>
      </dgm:t>
    </dgm:pt>
    <dgm:pt modelId="{08A9C18C-AC84-4871-9BA0-FED2BF0DCC4D}" type="sibTrans" cxnId="{C432382C-B246-4581-82BC-9DD0C7860CE9}">
      <dgm:prSet/>
      <dgm:spPr/>
      <dgm:t>
        <a:bodyPr/>
        <a:lstStyle/>
        <a:p>
          <a:endParaRPr lang="es-GT"/>
        </a:p>
      </dgm:t>
    </dgm:pt>
    <dgm:pt modelId="{759CE8FE-1A80-4A73-AE62-808706104512}">
      <dgm:prSet phldrT="[Texto]" phldr="0" custT="1"/>
      <dgm:spPr/>
      <dgm:t>
        <a:bodyPr/>
        <a:lstStyle/>
        <a:p>
          <a:r>
            <a:rPr lang="es-GT" sz="2800" dirty="0"/>
            <a:t>Inicio de pruebas</a:t>
          </a:r>
        </a:p>
      </dgm:t>
    </dgm:pt>
    <dgm:pt modelId="{CE50A3A4-3DBF-4150-88A8-40FD90C135D8}" type="parTrans" cxnId="{25AF6684-4FEA-45D9-BB6D-2118736D550B}">
      <dgm:prSet/>
      <dgm:spPr/>
      <dgm:t>
        <a:bodyPr/>
        <a:lstStyle/>
        <a:p>
          <a:endParaRPr lang="es-GT"/>
        </a:p>
      </dgm:t>
    </dgm:pt>
    <dgm:pt modelId="{8E50587F-3EDE-4A91-B1FE-19031EDDF262}" type="sibTrans" cxnId="{25AF6684-4FEA-45D9-BB6D-2118736D550B}">
      <dgm:prSet/>
      <dgm:spPr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21000" r="-21000"/>
          </a:stretch>
        </a:blipFill>
      </dgm:spPr>
      <dgm:t>
        <a:bodyPr/>
        <a:lstStyle/>
        <a:p>
          <a:endParaRPr lang="es-GT"/>
        </a:p>
      </dgm:t>
    </dgm:pt>
    <dgm:pt modelId="{F572789C-2CD5-443F-942A-23CBE117CF50}">
      <dgm:prSet phldrT="[Texto]" phldr="0"/>
      <dgm:spPr/>
      <dgm:t>
        <a:bodyPr/>
        <a:lstStyle/>
        <a:p>
          <a:r>
            <a:rPr lang="es-GT" dirty="0"/>
            <a:t>28/04/26</a:t>
          </a:r>
        </a:p>
      </dgm:t>
    </dgm:pt>
    <dgm:pt modelId="{6BE8E5C4-5610-41D1-B1BE-3637DF9B8DC5}" type="parTrans" cxnId="{6A80D2FE-4FF7-4C21-AA6B-EF29D269A007}">
      <dgm:prSet/>
      <dgm:spPr/>
      <dgm:t>
        <a:bodyPr/>
        <a:lstStyle/>
        <a:p>
          <a:endParaRPr lang="es-GT"/>
        </a:p>
      </dgm:t>
    </dgm:pt>
    <dgm:pt modelId="{815974E4-C85F-499F-A736-33C7B28D221C}" type="sibTrans" cxnId="{6A80D2FE-4FF7-4C21-AA6B-EF29D269A007}">
      <dgm:prSet/>
      <dgm:spPr/>
      <dgm:t>
        <a:bodyPr/>
        <a:lstStyle/>
        <a:p>
          <a:endParaRPr lang="es-GT"/>
        </a:p>
      </dgm:t>
    </dgm:pt>
    <dgm:pt modelId="{1AB9C4F0-40C0-4698-A80A-1C297546A170}" type="pres">
      <dgm:prSet presAssocID="{2F7D6A61-BF69-48E3-9CBC-CB9322628F32}" presName="Name0" presStyleCnt="0">
        <dgm:presLayoutVars>
          <dgm:chMax val="7"/>
          <dgm:chPref val="7"/>
          <dgm:dir/>
        </dgm:presLayoutVars>
      </dgm:prSet>
      <dgm:spPr/>
    </dgm:pt>
    <dgm:pt modelId="{BD3E5A99-86A7-4742-865E-9A64D4321245}" type="pres">
      <dgm:prSet presAssocID="{2F7D6A61-BF69-48E3-9CBC-CB9322628F32}" presName="dot1" presStyleLbl="alignNode1" presStyleIdx="0" presStyleCnt="13"/>
      <dgm:spPr/>
    </dgm:pt>
    <dgm:pt modelId="{5DCF0030-F08C-43F7-8448-1FE59B02F950}" type="pres">
      <dgm:prSet presAssocID="{2F7D6A61-BF69-48E3-9CBC-CB9322628F32}" presName="dot2" presStyleLbl="alignNode1" presStyleIdx="1" presStyleCnt="13"/>
      <dgm:spPr/>
    </dgm:pt>
    <dgm:pt modelId="{CD903340-97EA-4491-9C56-E3C5B1DEFF51}" type="pres">
      <dgm:prSet presAssocID="{2F7D6A61-BF69-48E3-9CBC-CB9322628F32}" presName="dot3" presStyleLbl="alignNode1" presStyleIdx="2" presStyleCnt="13"/>
      <dgm:spPr/>
    </dgm:pt>
    <dgm:pt modelId="{C20A600D-256D-42ED-A565-9F6994F18D72}" type="pres">
      <dgm:prSet presAssocID="{2F7D6A61-BF69-48E3-9CBC-CB9322628F32}" presName="dot4" presStyleLbl="alignNode1" presStyleIdx="3" presStyleCnt="13"/>
      <dgm:spPr/>
    </dgm:pt>
    <dgm:pt modelId="{8855005C-FC5B-445C-ABE6-34E01836E478}" type="pres">
      <dgm:prSet presAssocID="{2F7D6A61-BF69-48E3-9CBC-CB9322628F32}" presName="dot5" presStyleLbl="alignNode1" presStyleIdx="4" presStyleCnt="13"/>
      <dgm:spPr/>
    </dgm:pt>
    <dgm:pt modelId="{FB67F2F7-2FBE-4D8B-BDF4-6C0108F87238}" type="pres">
      <dgm:prSet presAssocID="{2F7D6A61-BF69-48E3-9CBC-CB9322628F32}" presName="dot6" presStyleLbl="alignNode1" presStyleIdx="5" presStyleCnt="13"/>
      <dgm:spPr/>
    </dgm:pt>
    <dgm:pt modelId="{2FE531F2-836E-4DA1-889D-CAF968E8712B}" type="pres">
      <dgm:prSet presAssocID="{2F7D6A61-BF69-48E3-9CBC-CB9322628F32}" presName="dotArrow1" presStyleLbl="alignNode1" presStyleIdx="6" presStyleCnt="13"/>
      <dgm:spPr/>
    </dgm:pt>
    <dgm:pt modelId="{6DB6683F-7375-4C22-B84F-B9C7D9B9BC01}" type="pres">
      <dgm:prSet presAssocID="{2F7D6A61-BF69-48E3-9CBC-CB9322628F32}" presName="dotArrow2" presStyleLbl="alignNode1" presStyleIdx="7" presStyleCnt="13"/>
      <dgm:spPr/>
    </dgm:pt>
    <dgm:pt modelId="{750DE901-4536-4E6C-9B1F-58774AC06E22}" type="pres">
      <dgm:prSet presAssocID="{2F7D6A61-BF69-48E3-9CBC-CB9322628F32}" presName="dotArrow3" presStyleLbl="alignNode1" presStyleIdx="8" presStyleCnt="13"/>
      <dgm:spPr/>
    </dgm:pt>
    <dgm:pt modelId="{AD8CC3C0-1CFC-4F81-BDBC-F0839E8AB557}" type="pres">
      <dgm:prSet presAssocID="{2F7D6A61-BF69-48E3-9CBC-CB9322628F32}" presName="dotArrow4" presStyleLbl="alignNode1" presStyleIdx="9" presStyleCnt="13"/>
      <dgm:spPr/>
    </dgm:pt>
    <dgm:pt modelId="{8F709D43-9C48-41EA-8FF9-A993E9DAB340}" type="pres">
      <dgm:prSet presAssocID="{2F7D6A61-BF69-48E3-9CBC-CB9322628F32}" presName="dotArrow5" presStyleLbl="alignNode1" presStyleIdx="10" presStyleCnt="13"/>
      <dgm:spPr/>
    </dgm:pt>
    <dgm:pt modelId="{466F0882-2310-4C76-AA8D-A544DF518F85}" type="pres">
      <dgm:prSet presAssocID="{2F7D6A61-BF69-48E3-9CBC-CB9322628F32}" presName="dotArrow6" presStyleLbl="alignNode1" presStyleIdx="11" presStyleCnt="13"/>
      <dgm:spPr/>
    </dgm:pt>
    <dgm:pt modelId="{B84DBC17-E1B3-4533-9501-782F725A0AF2}" type="pres">
      <dgm:prSet presAssocID="{2F7D6A61-BF69-48E3-9CBC-CB9322628F32}" presName="dotArrow7" presStyleLbl="alignNode1" presStyleIdx="12" presStyleCnt="13"/>
      <dgm:spPr/>
    </dgm:pt>
    <dgm:pt modelId="{28F371DC-18C9-4753-B048-732A6476DDB8}" type="pres">
      <dgm:prSet presAssocID="{68CEED6C-A017-4C36-ADAE-69AB8F03DA3E}" presName="parTx1" presStyleLbl="node1" presStyleIdx="0" presStyleCnt="4"/>
      <dgm:spPr/>
    </dgm:pt>
    <dgm:pt modelId="{A20C7E0A-6739-4E51-96A8-7818639736AF}" type="pres">
      <dgm:prSet presAssocID="{68CEED6C-A017-4C36-ADAE-69AB8F03DA3E}" presName="desTx1" presStyleLbl="revTx" presStyleIdx="0" presStyleCnt="4">
        <dgm:presLayoutVars>
          <dgm:bulletEnabled val="1"/>
        </dgm:presLayoutVars>
      </dgm:prSet>
      <dgm:spPr/>
    </dgm:pt>
    <dgm:pt modelId="{AE9C497E-E7B9-4A45-B1FB-E30F39681687}" type="pres">
      <dgm:prSet presAssocID="{6E527B63-B569-4E59-968E-B6965E62A826}" presName="picture1" presStyleCnt="0"/>
      <dgm:spPr/>
    </dgm:pt>
    <dgm:pt modelId="{FA0E5E16-626B-4FB7-8C6A-1F65EA2E01D0}" type="pres">
      <dgm:prSet presAssocID="{6E527B63-B569-4E59-968E-B6965E62A826}" presName="imageRepeatNode" presStyleLbl="fgImgPlace1" presStyleIdx="0" presStyleCnt="4"/>
      <dgm:spPr/>
    </dgm:pt>
    <dgm:pt modelId="{EA7887E9-288F-46D6-997A-755FA441DDC7}" type="pres">
      <dgm:prSet presAssocID="{E87F2B78-77D1-459B-A949-1127161A3738}" presName="parTx2" presStyleLbl="node1" presStyleIdx="1" presStyleCnt="4"/>
      <dgm:spPr/>
    </dgm:pt>
    <dgm:pt modelId="{6C07F00C-601C-4086-9F1C-F13BC11FE532}" type="pres">
      <dgm:prSet presAssocID="{E87F2B78-77D1-459B-A949-1127161A3738}" presName="desTx2" presStyleLbl="revTx" presStyleIdx="1" presStyleCnt="4">
        <dgm:presLayoutVars>
          <dgm:bulletEnabled val="1"/>
        </dgm:presLayoutVars>
      </dgm:prSet>
      <dgm:spPr/>
    </dgm:pt>
    <dgm:pt modelId="{B6495D2E-C5B2-4207-9EFC-59EC9625C0C2}" type="pres">
      <dgm:prSet presAssocID="{F679B39C-5EAC-4D0D-8594-8AFDD2BE02A1}" presName="picture2" presStyleCnt="0"/>
      <dgm:spPr/>
    </dgm:pt>
    <dgm:pt modelId="{7105602D-24F5-4720-A357-5198EB40956A}" type="pres">
      <dgm:prSet presAssocID="{F679B39C-5EAC-4D0D-8594-8AFDD2BE02A1}" presName="imageRepeatNode" presStyleLbl="fgImgPlace1" presStyleIdx="1" presStyleCnt="4"/>
      <dgm:spPr/>
    </dgm:pt>
    <dgm:pt modelId="{59F5DC97-E1AF-443C-9D8F-7CCC8B3C8270}" type="pres">
      <dgm:prSet presAssocID="{D0C1CD1F-2483-4BA2-91CE-09D0BAA147D0}" presName="parTx3" presStyleLbl="node1" presStyleIdx="2" presStyleCnt="4"/>
      <dgm:spPr/>
    </dgm:pt>
    <dgm:pt modelId="{DB9DDD76-32BD-432B-AF99-E3F697D8CCA9}" type="pres">
      <dgm:prSet presAssocID="{D0C1CD1F-2483-4BA2-91CE-09D0BAA147D0}" presName="desTx3" presStyleLbl="revTx" presStyleIdx="2" presStyleCnt="4">
        <dgm:presLayoutVars>
          <dgm:bulletEnabled val="1"/>
        </dgm:presLayoutVars>
      </dgm:prSet>
      <dgm:spPr/>
    </dgm:pt>
    <dgm:pt modelId="{75E39F1A-968F-413C-8502-22B874E0CAE8}" type="pres">
      <dgm:prSet presAssocID="{9A68B8FB-A9FC-4FB7-B306-D279D4C62C5F}" presName="picture3" presStyleCnt="0"/>
      <dgm:spPr/>
    </dgm:pt>
    <dgm:pt modelId="{F4DB45AB-B916-4E59-AE24-79CB6BA1DD97}" type="pres">
      <dgm:prSet presAssocID="{9A68B8FB-A9FC-4FB7-B306-D279D4C62C5F}" presName="imageRepeatNode" presStyleLbl="fgImgPlace1" presStyleIdx="2" presStyleCnt="4"/>
      <dgm:spPr/>
    </dgm:pt>
    <dgm:pt modelId="{DB3C0327-7A38-4113-9023-40494672206B}" type="pres">
      <dgm:prSet presAssocID="{759CE8FE-1A80-4A73-AE62-808706104512}" presName="parTx4" presStyleLbl="node1" presStyleIdx="3" presStyleCnt="4"/>
      <dgm:spPr/>
    </dgm:pt>
    <dgm:pt modelId="{3D1079FB-6594-4A76-BD12-2BB053978017}" type="pres">
      <dgm:prSet presAssocID="{759CE8FE-1A80-4A73-AE62-808706104512}" presName="desTx4" presStyleLbl="revTx" presStyleIdx="3" presStyleCnt="4">
        <dgm:presLayoutVars>
          <dgm:bulletEnabled val="1"/>
        </dgm:presLayoutVars>
      </dgm:prSet>
      <dgm:spPr/>
    </dgm:pt>
    <dgm:pt modelId="{E425645D-317E-42E2-8168-88311E5E01E1}" type="pres">
      <dgm:prSet presAssocID="{8E50587F-3EDE-4A91-B1FE-19031EDDF262}" presName="picture4" presStyleCnt="0"/>
      <dgm:spPr/>
    </dgm:pt>
    <dgm:pt modelId="{A64A8E71-EDB7-4C29-A08D-879D9AF59E5B}" type="pres">
      <dgm:prSet presAssocID="{8E50587F-3EDE-4A91-B1FE-19031EDDF262}" presName="imageRepeatNode" presStyleLbl="fgImgPlace1" presStyleIdx="3" presStyleCnt="4"/>
      <dgm:spPr/>
    </dgm:pt>
  </dgm:ptLst>
  <dgm:cxnLst>
    <dgm:cxn modelId="{D6D8B108-3A3B-4479-87FA-109C9746F325}" type="presOf" srcId="{6E527B63-B569-4E59-968E-B6965E62A826}" destId="{FA0E5E16-626B-4FB7-8C6A-1F65EA2E01D0}" srcOrd="0" destOrd="0" presId="urn:microsoft.com/office/officeart/2008/layout/AscendingPictureAccentProcess"/>
    <dgm:cxn modelId="{F555A717-7FDD-4B1A-8709-8B5249D057B3}" type="presOf" srcId="{68CEED6C-A017-4C36-ADAE-69AB8F03DA3E}" destId="{28F371DC-18C9-4753-B048-732A6476DDB8}" srcOrd="0" destOrd="0" presId="urn:microsoft.com/office/officeart/2008/layout/AscendingPictureAccentProcess"/>
    <dgm:cxn modelId="{C432382C-B246-4581-82BC-9DD0C7860CE9}" srcId="{D0C1CD1F-2483-4BA2-91CE-09D0BAA147D0}" destId="{F08505EF-C0F3-472A-88EF-A000F8DB4630}" srcOrd="0" destOrd="0" parTransId="{B7B2A8E9-4816-4DE2-87D6-4186953C3728}" sibTransId="{08A9C18C-AC84-4871-9BA0-FED2BF0DCC4D}"/>
    <dgm:cxn modelId="{96135433-B73D-4B00-9027-44343A15BD23}" type="presOf" srcId="{F572789C-2CD5-443F-942A-23CBE117CF50}" destId="{3D1079FB-6594-4A76-BD12-2BB053978017}" srcOrd="0" destOrd="0" presId="urn:microsoft.com/office/officeart/2008/layout/AscendingPictureAccentProcess"/>
    <dgm:cxn modelId="{12375761-1F59-4D87-AE60-07CB0FB574A7}" srcId="{E87F2B78-77D1-459B-A949-1127161A3738}" destId="{505779DC-2B19-482D-A4A3-85B890F7FED1}" srcOrd="0" destOrd="0" parTransId="{E3CD8373-6370-4CF3-B6D3-4571FCFF428E}" sibTransId="{671EE6D3-A0D0-487A-BC1E-32B8FA8E5A99}"/>
    <dgm:cxn modelId="{6FCFEF66-B5E3-4999-8298-2208DDBDDE57}" type="presOf" srcId="{2F7D6A61-BF69-48E3-9CBC-CB9322628F32}" destId="{1AB9C4F0-40C0-4698-A80A-1C297546A170}" srcOrd="0" destOrd="0" presId="urn:microsoft.com/office/officeart/2008/layout/AscendingPictureAccentProcess"/>
    <dgm:cxn modelId="{2E58174B-6393-49E0-AC0E-4C75CB56E938}" srcId="{2F7D6A61-BF69-48E3-9CBC-CB9322628F32}" destId="{68CEED6C-A017-4C36-ADAE-69AB8F03DA3E}" srcOrd="0" destOrd="0" parTransId="{76BC2A25-8D55-4284-B135-9DACAE72BD77}" sibTransId="{6E527B63-B569-4E59-968E-B6965E62A826}"/>
    <dgm:cxn modelId="{1F02A680-8597-4C6B-BCA8-D1C733802A2E}" type="presOf" srcId="{1103166F-EF1C-43CD-B9C5-9EBD29BCC8C6}" destId="{A20C7E0A-6739-4E51-96A8-7818639736AF}" srcOrd="0" destOrd="0" presId="urn:microsoft.com/office/officeart/2008/layout/AscendingPictureAccentProcess"/>
    <dgm:cxn modelId="{BFF78382-4D11-4F47-8FC9-81A7582BE92F}" srcId="{2F7D6A61-BF69-48E3-9CBC-CB9322628F32}" destId="{D0C1CD1F-2483-4BA2-91CE-09D0BAA147D0}" srcOrd="2" destOrd="0" parTransId="{65EEC6F8-0B94-45E7-9F2D-C6083D58DE4B}" sibTransId="{9A68B8FB-A9FC-4FB7-B306-D279D4C62C5F}"/>
    <dgm:cxn modelId="{25AF6684-4FEA-45D9-BB6D-2118736D550B}" srcId="{2F7D6A61-BF69-48E3-9CBC-CB9322628F32}" destId="{759CE8FE-1A80-4A73-AE62-808706104512}" srcOrd="3" destOrd="0" parTransId="{CE50A3A4-3DBF-4150-88A8-40FD90C135D8}" sibTransId="{8E50587F-3EDE-4A91-B1FE-19031EDDF262}"/>
    <dgm:cxn modelId="{FA93CF85-A6DE-41DC-8148-03CD7B227771}" type="presOf" srcId="{759CE8FE-1A80-4A73-AE62-808706104512}" destId="{DB3C0327-7A38-4113-9023-40494672206B}" srcOrd="0" destOrd="0" presId="urn:microsoft.com/office/officeart/2008/layout/AscendingPictureAccentProcess"/>
    <dgm:cxn modelId="{59E143A3-41E2-4760-91C8-8956438BA400}" type="presOf" srcId="{9A68B8FB-A9FC-4FB7-B306-D279D4C62C5F}" destId="{F4DB45AB-B916-4E59-AE24-79CB6BA1DD97}" srcOrd="0" destOrd="0" presId="urn:microsoft.com/office/officeart/2008/layout/AscendingPictureAccentProcess"/>
    <dgm:cxn modelId="{54D5FBA3-B9E5-4534-94EE-D687C76F46BA}" srcId="{2F7D6A61-BF69-48E3-9CBC-CB9322628F32}" destId="{E87F2B78-77D1-459B-A949-1127161A3738}" srcOrd="1" destOrd="0" parTransId="{5E9BE01B-379A-4C0F-AA77-B92B239B304A}" sibTransId="{F679B39C-5EAC-4D0D-8594-8AFDD2BE02A1}"/>
    <dgm:cxn modelId="{D9FAA5C2-085D-4C24-9A9D-280C9A635306}" type="presOf" srcId="{F08505EF-C0F3-472A-88EF-A000F8DB4630}" destId="{DB9DDD76-32BD-432B-AF99-E3F697D8CCA9}" srcOrd="0" destOrd="0" presId="urn:microsoft.com/office/officeart/2008/layout/AscendingPictureAccentProcess"/>
    <dgm:cxn modelId="{1EDE76C6-E93F-4858-ABE1-1655DC0B7A20}" type="presOf" srcId="{D0C1CD1F-2483-4BA2-91CE-09D0BAA147D0}" destId="{59F5DC97-E1AF-443C-9D8F-7CCC8B3C8270}" srcOrd="0" destOrd="0" presId="urn:microsoft.com/office/officeart/2008/layout/AscendingPictureAccentProcess"/>
    <dgm:cxn modelId="{94D32ACC-8AB4-4D9A-A227-94C5E44BB5EB}" type="presOf" srcId="{E87F2B78-77D1-459B-A949-1127161A3738}" destId="{EA7887E9-288F-46D6-997A-755FA441DDC7}" srcOrd="0" destOrd="0" presId="urn:microsoft.com/office/officeart/2008/layout/AscendingPictureAccentProcess"/>
    <dgm:cxn modelId="{642D44D6-577B-4429-8E39-0EF05363775F}" srcId="{68CEED6C-A017-4C36-ADAE-69AB8F03DA3E}" destId="{1103166F-EF1C-43CD-B9C5-9EBD29BCC8C6}" srcOrd="0" destOrd="0" parTransId="{DE72C2F1-E8BC-42F4-93A2-6FC380701E1F}" sibTransId="{3478ABA8-2757-4E23-A19C-C09B1CD4952E}"/>
    <dgm:cxn modelId="{76CEA1D9-E5D4-44BB-878F-3BC01614D1B9}" type="presOf" srcId="{505779DC-2B19-482D-A4A3-85B890F7FED1}" destId="{6C07F00C-601C-4086-9F1C-F13BC11FE532}" srcOrd="0" destOrd="0" presId="urn:microsoft.com/office/officeart/2008/layout/AscendingPictureAccentProcess"/>
    <dgm:cxn modelId="{2FBA4FDB-2748-431C-90D8-F25AE2F85643}" type="presOf" srcId="{F679B39C-5EAC-4D0D-8594-8AFDD2BE02A1}" destId="{7105602D-24F5-4720-A357-5198EB40956A}" srcOrd="0" destOrd="0" presId="urn:microsoft.com/office/officeart/2008/layout/AscendingPictureAccentProcess"/>
    <dgm:cxn modelId="{6A80D2FE-4FF7-4C21-AA6B-EF29D269A007}" srcId="{759CE8FE-1A80-4A73-AE62-808706104512}" destId="{F572789C-2CD5-443F-942A-23CBE117CF50}" srcOrd="0" destOrd="0" parTransId="{6BE8E5C4-5610-41D1-B1BE-3637DF9B8DC5}" sibTransId="{815974E4-C85F-499F-A736-33C7B28D221C}"/>
    <dgm:cxn modelId="{D06F79FF-6082-4508-B69B-628843B437A5}" type="presOf" srcId="{8E50587F-3EDE-4A91-B1FE-19031EDDF262}" destId="{A64A8E71-EDB7-4C29-A08D-879D9AF59E5B}" srcOrd="0" destOrd="0" presId="urn:microsoft.com/office/officeart/2008/layout/AscendingPictureAccentProcess"/>
    <dgm:cxn modelId="{3050DF5B-9D12-48A0-8692-46267B9468AA}" type="presParOf" srcId="{1AB9C4F0-40C0-4698-A80A-1C297546A170}" destId="{BD3E5A99-86A7-4742-865E-9A64D4321245}" srcOrd="0" destOrd="0" presId="urn:microsoft.com/office/officeart/2008/layout/AscendingPictureAccentProcess"/>
    <dgm:cxn modelId="{0340BE27-A9A7-4AF7-8D2B-2B89373D1E50}" type="presParOf" srcId="{1AB9C4F0-40C0-4698-A80A-1C297546A170}" destId="{5DCF0030-F08C-43F7-8448-1FE59B02F950}" srcOrd="1" destOrd="0" presId="urn:microsoft.com/office/officeart/2008/layout/AscendingPictureAccentProcess"/>
    <dgm:cxn modelId="{B3F8F549-667D-4675-9E7B-247815ECC349}" type="presParOf" srcId="{1AB9C4F0-40C0-4698-A80A-1C297546A170}" destId="{CD903340-97EA-4491-9C56-E3C5B1DEFF51}" srcOrd="2" destOrd="0" presId="urn:microsoft.com/office/officeart/2008/layout/AscendingPictureAccentProcess"/>
    <dgm:cxn modelId="{4A6393A8-7B48-4023-B28D-B3CF1FB50FE8}" type="presParOf" srcId="{1AB9C4F0-40C0-4698-A80A-1C297546A170}" destId="{C20A600D-256D-42ED-A565-9F6994F18D72}" srcOrd="3" destOrd="0" presId="urn:microsoft.com/office/officeart/2008/layout/AscendingPictureAccentProcess"/>
    <dgm:cxn modelId="{2CE409E1-554A-43E5-9002-7435BAA43D5B}" type="presParOf" srcId="{1AB9C4F0-40C0-4698-A80A-1C297546A170}" destId="{8855005C-FC5B-445C-ABE6-34E01836E478}" srcOrd="4" destOrd="0" presId="urn:microsoft.com/office/officeart/2008/layout/AscendingPictureAccentProcess"/>
    <dgm:cxn modelId="{722C4A66-0295-4CFD-893E-4FD30896C014}" type="presParOf" srcId="{1AB9C4F0-40C0-4698-A80A-1C297546A170}" destId="{FB67F2F7-2FBE-4D8B-BDF4-6C0108F87238}" srcOrd="5" destOrd="0" presId="urn:microsoft.com/office/officeart/2008/layout/AscendingPictureAccentProcess"/>
    <dgm:cxn modelId="{0DEB2CBB-A11B-4B99-A603-0410BE0798F1}" type="presParOf" srcId="{1AB9C4F0-40C0-4698-A80A-1C297546A170}" destId="{2FE531F2-836E-4DA1-889D-CAF968E8712B}" srcOrd="6" destOrd="0" presId="urn:microsoft.com/office/officeart/2008/layout/AscendingPictureAccentProcess"/>
    <dgm:cxn modelId="{0E10E7EA-51E0-4C18-A900-AE732863443D}" type="presParOf" srcId="{1AB9C4F0-40C0-4698-A80A-1C297546A170}" destId="{6DB6683F-7375-4C22-B84F-B9C7D9B9BC01}" srcOrd="7" destOrd="0" presId="urn:microsoft.com/office/officeart/2008/layout/AscendingPictureAccentProcess"/>
    <dgm:cxn modelId="{630756AB-9C5D-4FD5-82EA-7CB4822BF5ED}" type="presParOf" srcId="{1AB9C4F0-40C0-4698-A80A-1C297546A170}" destId="{750DE901-4536-4E6C-9B1F-58774AC06E22}" srcOrd="8" destOrd="0" presId="urn:microsoft.com/office/officeart/2008/layout/AscendingPictureAccentProcess"/>
    <dgm:cxn modelId="{3CE47465-34C2-4926-807D-06417C126681}" type="presParOf" srcId="{1AB9C4F0-40C0-4698-A80A-1C297546A170}" destId="{AD8CC3C0-1CFC-4F81-BDBC-F0839E8AB557}" srcOrd="9" destOrd="0" presId="urn:microsoft.com/office/officeart/2008/layout/AscendingPictureAccentProcess"/>
    <dgm:cxn modelId="{D6CE5CF7-275E-4E5B-9EF4-C14294FF9AB4}" type="presParOf" srcId="{1AB9C4F0-40C0-4698-A80A-1C297546A170}" destId="{8F709D43-9C48-41EA-8FF9-A993E9DAB340}" srcOrd="10" destOrd="0" presId="urn:microsoft.com/office/officeart/2008/layout/AscendingPictureAccentProcess"/>
    <dgm:cxn modelId="{0901CEC6-B520-4CED-8B7B-44C290C41913}" type="presParOf" srcId="{1AB9C4F0-40C0-4698-A80A-1C297546A170}" destId="{466F0882-2310-4C76-AA8D-A544DF518F85}" srcOrd="11" destOrd="0" presId="urn:microsoft.com/office/officeart/2008/layout/AscendingPictureAccentProcess"/>
    <dgm:cxn modelId="{D419E1C0-EC14-4A76-98CE-A0C653E7FF26}" type="presParOf" srcId="{1AB9C4F0-40C0-4698-A80A-1C297546A170}" destId="{B84DBC17-E1B3-4533-9501-782F725A0AF2}" srcOrd="12" destOrd="0" presId="urn:microsoft.com/office/officeart/2008/layout/AscendingPictureAccentProcess"/>
    <dgm:cxn modelId="{E5A7DA69-7472-4F34-B26F-2541E10D3BEA}" type="presParOf" srcId="{1AB9C4F0-40C0-4698-A80A-1C297546A170}" destId="{28F371DC-18C9-4753-B048-732A6476DDB8}" srcOrd="13" destOrd="0" presId="urn:microsoft.com/office/officeart/2008/layout/AscendingPictureAccentProcess"/>
    <dgm:cxn modelId="{362C5C74-30C6-41CB-8BB3-26E0D22BE049}" type="presParOf" srcId="{1AB9C4F0-40C0-4698-A80A-1C297546A170}" destId="{A20C7E0A-6739-4E51-96A8-7818639736AF}" srcOrd="14" destOrd="0" presId="urn:microsoft.com/office/officeart/2008/layout/AscendingPictureAccentProcess"/>
    <dgm:cxn modelId="{423C267F-B9D5-489D-9444-F9C633D11EB8}" type="presParOf" srcId="{1AB9C4F0-40C0-4698-A80A-1C297546A170}" destId="{AE9C497E-E7B9-4A45-B1FB-E30F39681687}" srcOrd="15" destOrd="0" presId="urn:microsoft.com/office/officeart/2008/layout/AscendingPictureAccentProcess"/>
    <dgm:cxn modelId="{EA9FD3B8-D6D0-4610-A8C7-E2938507BF21}" type="presParOf" srcId="{AE9C497E-E7B9-4A45-B1FB-E30F39681687}" destId="{FA0E5E16-626B-4FB7-8C6A-1F65EA2E01D0}" srcOrd="0" destOrd="0" presId="urn:microsoft.com/office/officeart/2008/layout/AscendingPictureAccentProcess"/>
    <dgm:cxn modelId="{621970BB-E0D6-4551-8EDE-03DBBEED8860}" type="presParOf" srcId="{1AB9C4F0-40C0-4698-A80A-1C297546A170}" destId="{EA7887E9-288F-46D6-997A-755FA441DDC7}" srcOrd="16" destOrd="0" presId="urn:microsoft.com/office/officeart/2008/layout/AscendingPictureAccentProcess"/>
    <dgm:cxn modelId="{40F2EE7E-9B6A-4143-BF09-800B80B38C77}" type="presParOf" srcId="{1AB9C4F0-40C0-4698-A80A-1C297546A170}" destId="{6C07F00C-601C-4086-9F1C-F13BC11FE532}" srcOrd="17" destOrd="0" presId="urn:microsoft.com/office/officeart/2008/layout/AscendingPictureAccentProcess"/>
    <dgm:cxn modelId="{92BE36E7-3E81-4D24-B615-012D74DD0400}" type="presParOf" srcId="{1AB9C4F0-40C0-4698-A80A-1C297546A170}" destId="{B6495D2E-C5B2-4207-9EFC-59EC9625C0C2}" srcOrd="18" destOrd="0" presId="urn:microsoft.com/office/officeart/2008/layout/AscendingPictureAccentProcess"/>
    <dgm:cxn modelId="{B0E0AC84-C111-41C6-B7D3-B2E1B8A05BC9}" type="presParOf" srcId="{B6495D2E-C5B2-4207-9EFC-59EC9625C0C2}" destId="{7105602D-24F5-4720-A357-5198EB40956A}" srcOrd="0" destOrd="0" presId="urn:microsoft.com/office/officeart/2008/layout/AscendingPictureAccentProcess"/>
    <dgm:cxn modelId="{C6AD840E-9870-4BAB-8AA8-0D1D2A780912}" type="presParOf" srcId="{1AB9C4F0-40C0-4698-A80A-1C297546A170}" destId="{59F5DC97-E1AF-443C-9D8F-7CCC8B3C8270}" srcOrd="19" destOrd="0" presId="urn:microsoft.com/office/officeart/2008/layout/AscendingPictureAccentProcess"/>
    <dgm:cxn modelId="{5399716A-2F9D-4C59-8179-4F5FD44635C9}" type="presParOf" srcId="{1AB9C4F0-40C0-4698-A80A-1C297546A170}" destId="{DB9DDD76-32BD-432B-AF99-E3F697D8CCA9}" srcOrd="20" destOrd="0" presId="urn:microsoft.com/office/officeart/2008/layout/AscendingPictureAccentProcess"/>
    <dgm:cxn modelId="{F010DA6D-2C56-454A-A7C6-354137AE52D1}" type="presParOf" srcId="{1AB9C4F0-40C0-4698-A80A-1C297546A170}" destId="{75E39F1A-968F-413C-8502-22B874E0CAE8}" srcOrd="21" destOrd="0" presId="urn:microsoft.com/office/officeart/2008/layout/AscendingPictureAccentProcess"/>
    <dgm:cxn modelId="{17F3E4AB-B57A-47D0-81E9-9BBC1FAF7B15}" type="presParOf" srcId="{75E39F1A-968F-413C-8502-22B874E0CAE8}" destId="{F4DB45AB-B916-4E59-AE24-79CB6BA1DD97}" srcOrd="0" destOrd="0" presId="urn:microsoft.com/office/officeart/2008/layout/AscendingPictureAccentProcess"/>
    <dgm:cxn modelId="{ACBDB877-76D0-44DE-A3AD-B4083744A4E4}" type="presParOf" srcId="{1AB9C4F0-40C0-4698-A80A-1C297546A170}" destId="{DB3C0327-7A38-4113-9023-40494672206B}" srcOrd="22" destOrd="0" presId="urn:microsoft.com/office/officeart/2008/layout/AscendingPictureAccentProcess"/>
    <dgm:cxn modelId="{DBEF84D3-A18B-4740-B593-AC3656B9C23E}" type="presParOf" srcId="{1AB9C4F0-40C0-4698-A80A-1C297546A170}" destId="{3D1079FB-6594-4A76-BD12-2BB053978017}" srcOrd="23" destOrd="0" presId="urn:microsoft.com/office/officeart/2008/layout/AscendingPictureAccentProcess"/>
    <dgm:cxn modelId="{78FBA033-9B89-4475-8FA4-F443DBC85D38}" type="presParOf" srcId="{1AB9C4F0-40C0-4698-A80A-1C297546A170}" destId="{E425645D-317E-42E2-8168-88311E5E01E1}" srcOrd="24" destOrd="0" presId="urn:microsoft.com/office/officeart/2008/layout/AscendingPictureAccentProcess"/>
    <dgm:cxn modelId="{4B6277DD-F415-48E8-8A48-F1064DCEDB01}" type="presParOf" srcId="{E425645D-317E-42E2-8168-88311E5E01E1}" destId="{A64A8E71-EDB7-4C29-A08D-879D9AF59E5B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2FA78-5D4F-47FA-B61E-E5FA72FED772}">
      <dsp:nvSpPr>
        <dsp:cNvPr id="0" name=""/>
        <dsp:cNvSpPr/>
      </dsp:nvSpPr>
      <dsp:spPr>
        <a:xfrm>
          <a:off x="213" y="2661880"/>
          <a:ext cx="3399939" cy="280423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 panose="020B0604020202020204" pitchFamily="34" charset="0"/>
            <a:buNone/>
          </a:pPr>
          <a:r>
            <a:rPr lang="es-PA" sz="2400" kern="12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   Porcentaje de descuento al comprar una cantidad X</a:t>
          </a:r>
          <a:endParaRPr lang="es-GT" sz="2400" kern="1200" dirty="0"/>
        </a:p>
      </dsp:txBody>
      <dsp:txXfrm>
        <a:off x="64746" y="2726413"/>
        <a:ext cx="3270873" cy="2074264"/>
      </dsp:txXfrm>
    </dsp:sp>
    <dsp:sp modelId="{3FCF9DDF-6132-4A5F-9DBD-8F341ADF40DE}">
      <dsp:nvSpPr>
        <dsp:cNvPr id="0" name=""/>
        <dsp:cNvSpPr/>
      </dsp:nvSpPr>
      <dsp:spPr>
        <a:xfrm>
          <a:off x="1951420" y="3475328"/>
          <a:ext cx="3534459" cy="3534459"/>
        </a:xfrm>
        <a:prstGeom prst="leftCircularArrow">
          <a:avLst>
            <a:gd name="adj1" fmla="val 2550"/>
            <a:gd name="adj2" fmla="val 309429"/>
            <a:gd name="adj3" fmla="val 2084940"/>
            <a:gd name="adj4" fmla="val 9024489"/>
            <a:gd name="adj5" fmla="val 2975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AE852-83CA-4B7F-B432-2D31E2B029B4}">
      <dsp:nvSpPr>
        <dsp:cNvPr id="0" name=""/>
        <dsp:cNvSpPr/>
      </dsp:nvSpPr>
      <dsp:spPr>
        <a:xfrm>
          <a:off x="755755" y="4865211"/>
          <a:ext cx="3022168" cy="12018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2600" kern="12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Descuento Directo</a:t>
          </a:r>
          <a:endParaRPr lang="es-GT" sz="2600" kern="1200" dirty="0"/>
        </a:p>
      </dsp:txBody>
      <dsp:txXfrm>
        <a:off x="790955" y="4900411"/>
        <a:ext cx="2951768" cy="1131416"/>
      </dsp:txXfrm>
    </dsp:sp>
    <dsp:sp modelId="{27CB9EB0-F5C7-447F-A81B-9E90B450F887}">
      <dsp:nvSpPr>
        <dsp:cNvPr id="0" name=""/>
        <dsp:cNvSpPr/>
      </dsp:nvSpPr>
      <dsp:spPr>
        <a:xfrm>
          <a:off x="4207144" y="2661880"/>
          <a:ext cx="3399939" cy="280423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 panose="020B0604020202020204" pitchFamily="34" charset="0"/>
            <a:buNone/>
          </a:pPr>
          <a:r>
            <a:rPr lang="es-PA" sz="2400" kern="12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   Diferentes porcentajes basados en rangos por SKU.</a:t>
          </a:r>
          <a:endParaRPr lang="es-GT" sz="2400" kern="1200" dirty="0"/>
        </a:p>
      </dsp:txBody>
      <dsp:txXfrm>
        <a:off x="4271677" y="3327321"/>
        <a:ext cx="3270873" cy="2074264"/>
      </dsp:txXfrm>
    </dsp:sp>
    <dsp:sp modelId="{95668892-90A1-44DE-9310-BCA5288D850C}">
      <dsp:nvSpPr>
        <dsp:cNvPr id="0" name=""/>
        <dsp:cNvSpPr/>
      </dsp:nvSpPr>
      <dsp:spPr>
        <a:xfrm>
          <a:off x="6130019" y="1008260"/>
          <a:ext cx="3968896" cy="3968896"/>
        </a:xfrm>
        <a:prstGeom prst="circularArrow">
          <a:avLst>
            <a:gd name="adj1" fmla="val 2271"/>
            <a:gd name="adj2" fmla="val 273786"/>
            <a:gd name="adj3" fmla="val 19550703"/>
            <a:gd name="adj4" fmla="val 12575511"/>
            <a:gd name="adj5" fmla="val 265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36AB9-A3D3-44B5-8584-CE3D698512A7}">
      <dsp:nvSpPr>
        <dsp:cNvPr id="0" name=""/>
        <dsp:cNvSpPr/>
      </dsp:nvSpPr>
      <dsp:spPr>
        <a:xfrm>
          <a:off x="4962686" y="2060971"/>
          <a:ext cx="3022168" cy="12018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2600" kern="12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Descuento Escalonado</a:t>
          </a:r>
          <a:endParaRPr lang="es-GT" sz="2600" kern="1200" dirty="0"/>
        </a:p>
      </dsp:txBody>
      <dsp:txXfrm>
        <a:off x="4997886" y="2096171"/>
        <a:ext cx="2951768" cy="1131416"/>
      </dsp:txXfrm>
    </dsp:sp>
    <dsp:sp modelId="{306F34A8-0C41-4D23-B8EF-DA5B6D6F54F1}">
      <dsp:nvSpPr>
        <dsp:cNvPr id="0" name=""/>
        <dsp:cNvSpPr/>
      </dsp:nvSpPr>
      <dsp:spPr>
        <a:xfrm>
          <a:off x="8414075" y="2661880"/>
          <a:ext cx="3399939" cy="280423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 panose="020B0604020202020204" pitchFamily="34" charset="0"/>
            <a:buNone/>
          </a:pPr>
          <a:r>
            <a:rPr lang="es-PA" sz="2400" kern="12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    Por compra de 2 o más productos dentro de una agrupación, se otorga un porcentaje de descuento.</a:t>
          </a:r>
          <a:endParaRPr lang="es-GT" sz="2400" kern="1200" dirty="0"/>
        </a:p>
      </dsp:txBody>
      <dsp:txXfrm>
        <a:off x="8478608" y="2726413"/>
        <a:ext cx="3270873" cy="2074264"/>
      </dsp:txXfrm>
    </dsp:sp>
    <dsp:sp modelId="{3C383562-F2FC-4606-AA26-CD5475C60296}">
      <dsp:nvSpPr>
        <dsp:cNvPr id="0" name=""/>
        <dsp:cNvSpPr/>
      </dsp:nvSpPr>
      <dsp:spPr>
        <a:xfrm>
          <a:off x="9169618" y="4865211"/>
          <a:ext cx="3022168" cy="12018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2600" kern="12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rPr>
            <a:t>Combo Combinado (% descuento)</a:t>
          </a:r>
          <a:endParaRPr lang="es-GT" sz="2600" kern="1200" dirty="0"/>
        </a:p>
      </dsp:txBody>
      <dsp:txXfrm>
        <a:off x="9204818" y="4900411"/>
        <a:ext cx="2951768" cy="1131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E5A99-86A7-4742-865E-9A64D4321245}">
      <dsp:nvSpPr>
        <dsp:cNvPr id="0" name=""/>
        <dsp:cNvSpPr/>
      </dsp:nvSpPr>
      <dsp:spPr>
        <a:xfrm>
          <a:off x="3575330" y="6320033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F0030-F08C-43F7-8448-1FE59B02F950}">
      <dsp:nvSpPr>
        <dsp:cNvPr id="0" name=""/>
        <dsp:cNvSpPr/>
      </dsp:nvSpPr>
      <dsp:spPr>
        <a:xfrm>
          <a:off x="3217379" y="6483359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03340-97EA-4491-9C56-E3C5B1DEFF51}">
      <dsp:nvSpPr>
        <dsp:cNvPr id="0" name=""/>
        <dsp:cNvSpPr/>
      </dsp:nvSpPr>
      <dsp:spPr>
        <a:xfrm>
          <a:off x="2847653" y="6617819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A600D-256D-42ED-A565-9F6994F18D72}">
      <dsp:nvSpPr>
        <dsp:cNvPr id="0" name=""/>
        <dsp:cNvSpPr/>
      </dsp:nvSpPr>
      <dsp:spPr>
        <a:xfrm>
          <a:off x="2468507" y="6722652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5005C-FC5B-445C-ABE6-34E01836E478}">
      <dsp:nvSpPr>
        <dsp:cNvPr id="0" name=""/>
        <dsp:cNvSpPr/>
      </dsp:nvSpPr>
      <dsp:spPr>
        <a:xfrm>
          <a:off x="5249693" y="4955686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7F2F7-2FBE-4D8B-BDF4-6C0108F87238}">
      <dsp:nvSpPr>
        <dsp:cNvPr id="0" name=""/>
        <dsp:cNvSpPr/>
      </dsp:nvSpPr>
      <dsp:spPr>
        <a:xfrm>
          <a:off x="6204621" y="2953987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531F2-836E-4DA1-889D-CAF968E8712B}">
      <dsp:nvSpPr>
        <dsp:cNvPr id="0" name=""/>
        <dsp:cNvSpPr/>
      </dsp:nvSpPr>
      <dsp:spPr>
        <a:xfrm>
          <a:off x="5946755" y="456230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6683F-7375-4C22-B84F-B9C7D9B9BC01}">
      <dsp:nvSpPr>
        <dsp:cNvPr id="0" name=""/>
        <dsp:cNvSpPr/>
      </dsp:nvSpPr>
      <dsp:spPr>
        <a:xfrm>
          <a:off x="6176362" y="293663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DE901-4536-4E6C-9B1F-58774AC06E22}">
      <dsp:nvSpPr>
        <dsp:cNvPr id="0" name=""/>
        <dsp:cNvSpPr/>
      </dsp:nvSpPr>
      <dsp:spPr>
        <a:xfrm>
          <a:off x="6405969" y="131096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CC3C0-1CFC-4F81-BDBC-F0839E8AB557}">
      <dsp:nvSpPr>
        <dsp:cNvPr id="0" name=""/>
        <dsp:cNvSpPr/>
      </dsp:nvSpPr>
      <dsp:spPr>
        <a:xfrm>
          <a:off x="6634398" y="293663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09D43-9C48-41EA-8FF9-A993E9DAB340}">
      <dsp:nvSpPr>
        <dsp:cNvPr id="0" name=""/>
        <dsp:cNvSpPr/>
      </dsp:nvSpPr>
      <dsp:spPr>
        <a:xfrm>
          <a:off x="6864005" y="456230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F0882-2310-4C76-AA8D-A544DF518F85}">
      <dsp:nvSpPr>
        <dsp:cNvPr id="0" name=""/>
        <dsp:cNvSpPr/>
      </dsp:nvSpPr>
      <dsp:spPr>
        <a:xfrm>
          <a:off x="6405969" y="474462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DBC17-E1B3-4533-9501-782F725A0AF2}">
      <dsp:nvSpPr>
        <dsp:cNvPr id="0" name=""/>
        <dsp:cNvSpPr/>
      </dsp:nvSpPr>
      <dsp:spPr>
        <a:xfrm>
          <a:off x="6405969" y="817827"/>
          <a:ext cx="160135" cy="160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371DC-18C9-4753-B048-732A6476DDB8}">
      <dsp:nvSpPr>
        <dsp:cNvPr id="0" name=""/>
        <dsp:cNvSpPr/>
      </dsp:nvSpPr>
      <dsp:spPr>
        <a:xfrm>
          <a:off x="1551258" y="7068600"/>
          <a:ext cx="3461763" cy="9283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274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800" kern="1200" dirty="0"/>
            <a:t>Análisis</a:t>
          </a:r>
        </a:p>
      </dsp:txBody>
      <dsp:txXfrm>
        <a:off x="1596574" y="7113916"/>
        <a:ext cx="3371131" cy="837670"/>
      </dsp:txXfrm>
    </dsp:sp>
    <dsp:sp modelId="{A20C7E0A-6739-4E51-96A8-7818639736AF}">
      <dsp:nvSpPr>
        <dsp:cNvPr id="0" name=""/>
        <dsp:cNvSpPr/>
      </dsp:nvSpPr>
      <dsp:spPr>
        <a:xfrm>
          <a:off x="5013021" y="7068600"/>
          <a:ext cx="6586769" cy="9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700" kern="1200" dirty="0"/>
            <a:t>09/02/26</a:t>
          </a:r>
        </a:p>
      </dsp:txBody>
      <dsp:txXfrm>
        <a:off x="5013021" y="7068600"/>
        <a:ext cx="6586769" cy="928302"/>
      </dsp:txXfrm>
    </dsp:sp>
    <dsp:sp modelId="{FA0E5E16-626B-4FB7-8C6A-1F65EA2E01D0}">
      <dsp:nvSpPr>
        <dsp:cNvPr id="0" name=""/>
        <dsp:cNvSpPr/>
      </dsp:nvSpPr>
      <dsp:spPr>
        <a:xfrm>
          <a:off x="592208" y="6134600"/>
          <a:ext cx="1604892" cy="1605158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2000" r="-3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887E9-288F-46D6-997A-755FA441DDC7}">
      <dsp:nvSpPr>
        <dsp:cNvPr id="0" name=""/>
        <dsp:cNvSpPr/>
      </dsp:nvSpPr>
      <dsp:spPr>
        <a:xfrm>
          <a:off x="4658602" y="5948104"/>
          <a:ext cx="3461763" cy="9283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2740" tIns="60960" rIns="60960" bIns="609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Sesión para definir mapeos entre las tablas de SAP y ROAD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(</a:t>
          </a:r>
          <a:r>
            <a:rPr lang="es-GT" sz="16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DTSolutions</a:t>
          </a:r>
          <a:r>
            <a:rPr lang="es-GT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y </a:t>
          </a:r>
          <a:r>
            <a:rPr lang="es-GT" sz="16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Sofos</a:t>
          </a:r>
          <a:r>
            <a:rPr lang="es-GT" sz="1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)</a:t>
          </a:r>
        </a:p>
      </dsp:txBody>
      <dsp:txXfrm>
        <a:off x="4703918" y="5993420"/>
        <a:ext cx="3371131" cy="837670"/>
      </dsp:txXfrm>
    </dsp:sp>
    <dsp:sp modelId="{6C07F00C-601C-4086-9F1C-F13BC11FE532}">
      <dsp:nvSpPr>
        <dsp:cNvPr id="0" name=""/>
        <dsp:cNvSpPr/>
      </dsp:nvSpPr>
      <dsp:spPr>
        <a:xfrm>
          <a:off x="8120366" y="5948104"/>
          <a:ext cx="3479425" cy="9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700" kern="1200" dirty="0"/>
            <a:t>16/02/26</a:t>
          </a:r>
        </a:p>
      </dsp:txBody>
      <dsp:txXfrm>
        <a:off x="8120366" y="5948104"/>
        <a:ext cx="3479425" cy="928302"/>
      </dsp:txXfrm>
    </dsp:sp>
    <dsp:sp modelId="{7105602D-24F5-4720-A357-5198EB40956A}">
      <dsp:nvSpPr>
        <dsp:cNvPr id="0" name=""/>
        <dsp:cNvSpPr/>
      </dsp:nvSpPr>
      <dsp:spPr>
        <a:xfrm>
          <a:off x="3699553" y="5014104"/>
          <a:ext cx="1604892" cy="1605158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5DC97-E1AF-443C-9D8F-7CCC8B3C8270}">
      <dsp:nvSpPr>
        <dsp:cNvPr id="0" name=""/>
        <dsp:cNvSpPr/>
      </dsp:nvSpPr>
      <dsp:spPr>
        <a:xfrm>
          <a:off x="5982079" y="4181139"/>
          <a:ext cx="3461763" cy="9283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2740" tIns="91440" rIns="91440" bIns="9144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Inicio de desarrollo </a:t>
          </a:r>
          <a:r>
            <a:rPr lang="es-GT" sz="24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Webapi</a:t>
          </a:r>
          <a:endParaRPr lang="es-GT" sz="24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6027395" y="4226455"/>
        <a:ext cx="3371131" cy="837670"/>
      </dsp:txXfrm>
    </dsp:sp>
    <dsp:sp modelId="{DB9DDD76-32BD-432B-AF99-E3F697D8CCA9}">
      <dsp:nvSpPr>
        <dsp:cNvPr id="0" name=""/>
        <dsp:cNvSpPr/>
      </dsp:nvSpPr>
      <dsp:spPr>
        <a:xfrm>
          <a:off x="9443842" y="4181139"/>
          <a:ext cx="2155948" cy="9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700" kern="1200" dirty="0"/>
            <a:t>18/02/26</a:t>
          </a:r>
        </a:p>
      </dsp:txBody>
      <dsp:txXfrm>
        <a:off x="9443842" y="4181139"/>
        <a:ext cx="2155948" cy="928302"/>
      </dsp:txXfrm>
    </dsp:sp>
    <dsp:sp modelId="{F4DB45AB-B916-4E59-AE24-79CB6BA1DD97}">
      <dsp:nvSpPr>
        <dsp:cNvPr id="0" name=""/>
        <dsp:cNvSpPr/>
      </dsp:nvSpPr>
      <dsp:spPr>
        <a:xfrm>
          <a:off x="5021852" y="3247139"/>
          <a:ext cx="1604892" cy="1605158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3C0327-7A38-4113-9023-40494672206B}">
      <dsp:nvSpPr>
        <dsp:cNvPr id="0" name=""/>
        <dsp:cNvSpPr/>
      </dsp:nvSpPr>
      <dsp:spPr>
        <a:xfrm>
          <a:off x="6562572" y="2076126"/>
          <a:ext cx="3461763" cy="9283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274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800" kern="1200" dirty="0"/>
            <a:t>Inicio de pruebas</a:t>
          </a:r>
        </a:p>
      </dsp:txBody>
      <dsp:txXfrm>
        <a:off x="6607888" y="2121442"/>
        <a:ext cx="3371131" cy="837670"/>
      </dsp:txXfrm>
    </dsp:sp>
    <dsp:sp modelId="{3D1079FB-6594-4A76-BD12-2BB053978017}">
      <dsp:nvSpPr>
        <dsp:cNvPr id="0" name=""/>
        <dsp:cNvSpPr/>
      </dsp:nvSpPr>
      <dsp:spPr>
        <a:xfrm>
          <a:off x="10024335" y="2076126"/>
          <a:ext cx="1575455" cy="928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700" kern="1200" dirty="0"/>
            <a:t>28/04/26</a:t>
          </a:r>
        </a:p>
      </dsp:txBody>
      <dsp:txXfrm>
        <a:off x="10024335" y="2076126"/>
        <a:ext cx="1575455" cy="928302"/>
      </dsp:txXfrm>
    </dsp:sp>
    <dsp:sp modelId="{A64A8E71-EDB7-4C29-A08D-879D9AF59E5B}">
      <dsp:nvSpPr>
        <dsp:cNvPr id="0" name=""/>
        <dsp:cNvSpPr/>
      </dsp:nvSpPr>
      <dsp:spPr>
        <a:xfrm>
          <a:off x="5602345" y="1142126"/>
          <a:ext cx="1604892" cy="1605158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21000" r="-2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DC43AE3-1761-76CA-2D84-C1B7B450A5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t="7547" b="754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AutoShape 3">
            <a:extLst>
              <a:ext uri="{FF2B5EF4-FFF2-40B4-BE49-F238E27FC236}">
                <a16:creationId xmlns:a16="http://schemas.microsoft.com/office/drawing/2014/main" id="{357E02AF-3EDB-4328-724F-F6D9F6771722}"/>
              </a:ext>
            </a:extLst>
          </p:cNvPr>
          <p:cNvSpPr/>
          <p:nvPr userDrawn="1"/>
        </p:nvSpPr>
        <p:spPr>
          <a:xfrm rot="-2700000">
            <a:off x="-648614" y="-3153328"/>
            <a:ext cx="14528981" cy="21318055"/>
          </a:xfrm>
          <a:prstGeom prst="rect">
            <a:avLst/>
          </a:prstGeom>
          <a:solidFill>
            <a:srgbClr val="04314C">
              <a:alpha val="89804"/>
            </a:srgbClr>
          </a:solidFill>
        </p:spPr>
        <p:txBody>
          <a:bodyPr/>
          <a:lstStyle/>
          <a:p>
            <a:endParaRPr lang="es-GT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6D4E2B6-3F3F-3D6A-1BBB-5E26F6A10B48}"/>
              </a:ext>
            </a:extLst>
          </p:cNvPr>
          <p:cNvSpPr/>
          <p:nvPr userDrawn="1"/>
        </p:nvSpPr>
        <p:spPr>
          <a:xfrm rot="-2700000">
            <a:off x="9572911" y="-1462339"/>
            <a:ext cx="57378" cy="6072282"/>
          </a:xfrm>
          <a:prstGeom prst="rect">
            <a:avLst/>
          </a:prstGeom>
          <a:solidFill>
            <a:srgbClr val="BE1622"/>
          </a:solidFill>
        </p:spPr>
        <p:txBody>
          <a:bodyPr/>
          <a:lstStyle/>
          <a:p>
            <a:endParaRPr lang="es-GT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6007CF03-DFDC-4173-8588-312BE5748358}"/>
              </a:ext>
            </a:extLst>
          </p:cNvPr>
          <p:cNvSpPr/>
          <p:nvPr userDrawn="1"/>
        </p:nvSpPr>
        <p:spPr>
          <a:xfrm rot="-2700000">
            <a:off x="14294067" y="7990262"/>
            <a:ext cx="5930465" cy="6072282"/>
          </a:xfrm>
          <a:prstGeom prst="rect">
            <a:avLst/>
          </a:prstGeom>
          <a:solidFill>
            <a:srgbClr val="BE1622"/>
          </a:solidFill>
        </p:spPr>
        <p:txBody>
          <a:bodyPr/>
          <a:lstStyle/>
          <a:p>
            <a:endParaRPr lang="es-GT"/>
          </a:p>
        </p:txBody>
      </p:sp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34E88257-3867-A2EF-A95B-A90B3CDE4C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2762" y="495300"/>
            <a:ext cx="4523966" cy="152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E46BE2FF-1ACC-39B5-DDA6-A5871FE0697F}"/>
              </a:ext>
            </a:extLst>
          </p:cNvPr>
          <p:cNvSpPr/>
          <p:nvPr userDrawn="1"/>
        </p:nvSpPr>
        <p:spPr>
          <a:xfrm rot="-2700000">
            <a:off x="10602289" y="-6328955"/>
            <a:ext cx="8655894" cy="17276940"/>
          </a:xfrm>
          <a:prstGeom prst="rect">
            <a:avLst/>
          </a:prstGeom>
          <a:solidFill>
            <a:srgbClr val="D8D6D2"/>
          </a:solidFill>
        </p:spPr>
        <p:txBody>
          <a:bodyPr/>
          <a:lstStyle/>
          <a:p>
            <a:endParaRPr lang="es-GT"/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554913FC-009C-1446-BC8A-072EF0B9C0AD}"/>
              </a:ext>
            </a:extLst>
          </p:cNvPr>
          <p:cNvSpPr/>
          <p:nvPr userDrawn="1"/>
        </p:nvSpPr>
        <p:spPr>
          <a:xfrm rot="-2700000">
            <a:off x="14294067" y="7990262"/>
            <a:ext cx="5930465" cy="6072282"/>
          </a:xfrm>
          <a:prstGeom prst="rect">
            <a:avLst/>
          </a:prstGeom>
          <a:solidFill>
            <a:srgbClr val="BE1622"/>
          </a:solidFill>
        </p:spPr>
        <p:txBody>
          <a:bodyPr/>
          <a:lstStyle/>
          <a:p>
            <a:endParaRPr lang="es-GT"/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68E7A02-E983-A2DC-B9AD-874C114500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9" y="571500"/>
            <a:ext cx="2355121" cy="7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4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28701" y="971550"/>
            <a:ext cx="8572899" cy="51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 dirty="0">
                <a:solidFill>
                  <a:srgbClr val="FFFFFF"/>
                </a:solidFill>
                <a:latin typeface="Montserrat Classic"/>
              </a:rPr>
              <a:t>CLIENTE: TOLEDANO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836636"/>
            <a:ext cx="12274062" cy="3848579"/>
            <a:chOff x="0" y="219075"/>
            <a:chExt cx="16365415" cy="5131439"/>
          </a:xfrm>
        </p:grpSpPr>
        <p:sp>
          <p:nvSpPr>
            <p:cNvPr id="8" name="TextBox 8"/>
            <p:cNvSpPr txBox="1"/>
            <p:nvPr/>
          </p:nvSpPr>
          <p:spPr>
            <a:xfrm>
              <a:off x="0" y="219075"/>
              <a:ext cx="16365415" cy="41036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000"/>
                </a:lnSpc>
              </a:pPr>
              <a:r>
                <a:rPr lang="en-US" sz="12000" dirty="0">
                  <a:solidFill>
                    <a:srgbClr val="FFFFFF"/>
                  </a:solidFill>
                  <a:latin typeface="Montserrat Classic Bold"/>
                </a:rPr>
                <a:t>PROYECTO PROMOCIONES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" y="4667250"/>
              <a:ext cx="11430533" cy="683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80"/>
                </a:lnSpc>
              </a:pPr>
              <a:r>
                <a:rPr lang="en-US" sz="3200" spc="32" dirty="0">
                  <a:solidFill>
                    <a:srgbClr val="FFFFFF"/>
                  </a:solidFill>
                  <a:latin typeface="Montserrat Classic"/>
                </a:rPr>
                <a:t>FEBRERO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AAF6-AD3F-3576-FC09-C3E5534B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EBF0E41-9FB9-1029-A53D-8015248C3D2B}"/>
              </a:ext>
            </a:extLst>
          </p:cNvPr>
          <p:cNvSpPr txBox="1"/>
          <p:nvPr/>
        </p:nvSpPr>
        <p:spPr>
          <a:xfrm>
            <a:off x="9633458" y="1019175"/>
            <a:ext cx="848722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053D57"/>
                </a:solidFill>
                <a:latin typeface="Montserrat Classic Bold"/>
              </a:rPr>
              <a:t>OBJETIVOS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DE0F371-32F4-E9B8-B7E7-4A12E0A3B9D6}"/>
              </a:ext>
            </a:extLst>
          </p:cNvPr>
          <p:cNvSpPr/>
          <p:nvPr/>
        </p:nvSpPr>
        <p:spPr>
          <a:xfrm rot="-2700000">
            <a:off x="6700899" y="-1340989"/>
            <a:ext cx="57378" cy="607228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GT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CD6ABA-AC15-859D-8AF3-D0B6BB67CC16}"/>
              </a:ext>
            </a:extLst>
          </p:cNvPr>
          <p:cNvSpPr txBox="1"/>
          <p:nvPr/>
        </p:nvSpPr>
        <p:spPr>
          <a:xfrm>
            <a:off x="533400" y="1896338"/>
            <a:ext cx="12052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A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Las promociones definidas para la fase inicial son:</a:t>
            </a:r>
            <a:endParaRPr lang="es-GT" sz="4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61344DB5-F606-301E-D7AB-4EDCCF35C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949570"/>
              </p:ext>
            </p:extLst>
          </p:nvPr>
        </p:nvGraphicFramePr>
        <p:xfrm>
          <a:off x="1905000" y="2604224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208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272DA-1C55-870F-16D0-38981C67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7C55901-EC17-2537-BC38-7A462970B51C}"/>
              </a:ext>
            </a:extLst>
          </p:cNvPr>
          <p:cNvSpPr txBox="1"/>
          <p:nvPr/>
        </p:nvSpPr>
        <p:spPr>
          <a:xfrm>
            <a:off x="9633458" y="1019175"/>
            <a:ext cx="848722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053D57"/>
                </a:solidFill>
                <a:latin typeface="Montserrat Classic Bold"/>
              </a:rPr>
              <a:t>RESPONSABLES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DA7A282-B537-F5E9-8AA4-288622D26F05}"/>
              </a:ext>
            </a:extLst>
          </p:cNvPr>
          <p:cNvSpPr/>
          <p:nvPr/>
        </p:nvSpPr>
        <p:spPr>
          <a:xfrm rot="-2700000">
            <a:off x="6700899" y="-1340989"/>
            <a:ext cx="57378" cy="607228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GT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3C48E5C-382F-6182-4519-B50472370685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467100"/>
          <a:ext cx="12192000" cy="5029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89571935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89105764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137718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GT" sz="2400" dirty="0"/>
                        <a:t>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93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sz="2400" dirty="0" err="1"/>
                        <a:t>DTSolutions</a:t>
                      </a:r>
                      <a:endParaRPr lang="es-GT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Lorena González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Gerente de proyectos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80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GT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DTSolutions</a:t>
                      </a:r>
                      <a:endParaRPr kumimoji="0" lang="es-GT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Erik Calderón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Director de desarrollo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02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GT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DTSolutions</a:t>
                      </a:r>
                      <a:endParaRPr kumimoji="0" lang="es-GT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Carolina Fuentes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Gerente de desarrollo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35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sz="2400" dirty="0" err="1"/>
                        <a:t>Sofos</a:t>
                      </a:r>
                      <a:endParaRPr lang="es-GT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Julio Peña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GT" sz="2400" dirty="0"/>
                        <a:t>Gerente de proyectos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034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GT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Sofos</a:t>
                      </a:r>
                      <a:endParaRPr kumimoji="0" lang="es-GT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Sara </a:t>
                      </a:r>
                      <a:r>
                        <a:rPr lang="es-GT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Najera</a:t>
                      </a:r>
                      <a:endParaRPr lang="es-GT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Consultor SD Asignada al proyecto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05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GT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Sofos</a:t>
                      </a:r>
                      <a:endParaRPr kumimoji="0" lang="es-GT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Martín Antar</a:t>
                      </a:r>
                    </a:p>
                  </a:txBody>
                  <a:tcPr marL="38100" marR="38100" marT="38100" marB="381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Consultor ABAP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94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GT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Sofos</a:t>
                      </a:r>
                      <a:endParaRPr kumimoji="0" lang="es-GT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Hernán Zapata</a:t>
                      </a:r>
                    </a:p>
                  </a:txBody>
                  <a:tcPr marL="38100" marR="38100" marT="38100" marB="381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Consultor CPI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63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GT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Sofos</a:t>
                      </a:r>
                      <a:endParaRPr kumimoji="0" lang="es-GT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Eligio Rangel</a:t>
                      </a:r>
                    </a:p>
                  </a:txBody>
                  <a:tcPr marL="38100" marR="38100" marT="38100" marB="381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Gerente de Operaciones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sz="2400" dirty="0"/>
                        <a:t>Toledano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Alicia Rivas</a:t>
                      </a:r>
                    </a:p>
                  </a:txBody>
                  <a:tcPr marL="38100" marR="38100" marT="38100" marB="381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Coordinador Funcional de Aplicaciones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264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sz="2400" dirty="0"/>
                        <a:t>Toledano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Marco Antonio Da Silva</a:t>
                      </a:r>
                    </a:p>
                  </a:txBody>
                  <a:tcPr marL="38100" marR="38100" marT="38100" marB="381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GT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Gerente de Tecnología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700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49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D021-D8E3-8ACF-6B00-35F376D6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6DD6689-F343-7C54-C936-D51D3C2A8517}"/>
              </a:ext>
            </a:extLst>
          </p:cNvPr>
          <p:cNvSpPr txBox="1"/>
          <p:nvPr/>
        </p:nvSpPr>
        <p:spPr>
          <a:xfrm>
            <a:off x="9633458" y="1019175"/>
            <a:ext cx="848722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053D57"/>
                </a:solidFill>
                <a:latin typeface="Montserrat Classic Bold"/>
              </a:rPr>
              <a:t>PLAN MACRO </a:t>
            </a:r>
          </a:p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053D57"/>
                </a:solidFill>
                <a:latin typeface="Montserrat Classic Bold"/>
              </a:rPr>
              <a:t>PROMOCIONES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9D6A10A-1C9B-6611-5EAD-07F413E2CE37}"/>
              </a:ext>
            </a:extLst>
          </p:cNvPr>
          <p:cNvSpPr/>
          <p:nvPr/>
        </p:nvSpPr>
        <p:spPr>
          <a:xfrm rot="-2700000">
            <a:off x="6700899" y="-1340989"/>
            <a:ext cx="57378" cy="607228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GT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6CFC87-0238-714A-200E-DF9E6C7C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71" y="3542309"/>
            <a:ext cx="14558165" cy="629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0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0354-9BAA-9539-720D-DDE637A6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0AC17D1-2CBA-14F1-75F4-10BEBE3246D5}"/>
              </a:ext>
            </a:extLst>
          </p:cNvPr>
          <p:cNvSpPr txBox="1"/>
          <p:nvPr/>
        </p:nvSpPr>
        <p:spPr>
          <a:xfrm>
            <a:off x="9633458" y="1019175"/>
            <a:ext cx="848722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053D57"/>
                </a:solidFill>
                <a:latin typeface="Montserrat Classic Bold"/>
              </a:rPr>
              <a:t>HITOS IMPORTANTES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C1CDCC7C-964E-4004-BD10-38F58BDFE063}"/>
              </a:ext>
            </a:extLst>
          </p:cNvPr>
          <p:cNvSpPr/>
          <p:nvPr/>
        </p:nvSpPr>
        <p:spPr>
          <a:xfrm rot="-2700000">
            <a:off x="6700899" y="-1340989"/>
            <a:ext cx="57378" cy="607228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GT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9155FAC-85FB-597F-9800-951210A073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2107988"/>
              </p:ext>
            </p:extLst>
          </p:nvPr>
        </p:nvGraphicFramePr>
        <p:xfrm>
          <a:off x="381000" y="1695152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733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164</Words>
  <Application>Microsoft Office PowerPoint</Application>
  <PresentationFormat>Personalizado</PresentationFormat>
  <Paragraphs>57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Montserrat Classic</vt:lpstr>
      <vt:lpstr>Montserrat Classic Bold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 azul</dc:title>
  <dc:creator>velvet</dc:creator>
  <cp:lastModifiedBy>Lorena González</cp:lastModifiedBy>
  <cp:revision>4</cp:revision>
  <dcterms:created xsi:type="dcterms:W3CDTF">2006-08-16T00:00:00Z</dcterms:created>
  <dcterms:modified xsi:type="dcterms:W3CDTF">2026-02-03T22:04:24Z</dcterms:modified>
  <dc:identifier>DAFYl4Lw72A</dc:identifier>
</cp:coreProperties>
</file>